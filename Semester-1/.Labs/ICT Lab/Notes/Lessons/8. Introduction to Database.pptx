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media/image13.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8" r:id="rId3"/>
    <p:sldId id="259" r:id="rId4"/>
    <p:sldId id="271" r:id="rId5"/>
    <p:sldId id="260" r:id="rId6"/>
    <p:sldId id="261" r:id="rId7"/>
    <p:sldId id="272" r:id="rId8"/>
    <p:sldId id="262" r:id="rId9"/>
    <p:sldId id="263" r:id="rId10"/>
    <p:sldId id="273" r:id="rId11"/>
    <p:sldId id="274" r:id="rId12"/>
    <p:sldId id="264" r:id="rId13"/>
    <p:sldId id="276" r:id="rId14"/>
    <p:sldId id="265" r:id="rId15"/>
    <p:sldId id="266" r:id="rId16"/>
    <p:sldId id="277" r:id="rId17"/>
    <p:sldId id="278" r:id="rId18"/>
    <p:sldId id="267" r:id="rId19"/>
    <p:sldId id="268" r:id="rId20"/>
    <p:sldId id="269" r:id="rId21"/>
    <p:sldId id="270" r:id="rId22"/>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EEEE"/>
    <a:srgbClr val="F57B17"/>
    <a:srgbClr val="F6882E"/>
    <a:srgbClr val="F5770F"/>
    <a:srgbClr val="F4740A"/>
    <a:srgbClr val="EC700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899" autoAdjust="0"/>
  </p:normalViewPr>
  <p:slideViewPr>
    <p:cSldViewPr>
      <p:cViewPr varScale="1">
        <p:scale>
          <a:sx n="58" d="100"/>
          <a:sy n="58" d="100"/>
        </p:scale>
        <p:origin x="1662" y="6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6D2FC1-6625-4BA7-A931-9A0A2A4D9A1A}" type="doc">
      <dgm:prSet loTypeId="urn:microsoft.com/office/officeart/2005/8/layout/radial6" loCatId="cycle" qsTypeId="urn:microsoft.com/office/officeart/2005/8/quickstyle/simple2" qsCatId="simple" csTypeId="urn:microsoft.com/office/officeart/2005/8/colors/colorful5" csCatId="colorful" phldr="1"/>
      <dgm:spPr/>
      <dgm:t>
        <a:bodyPr/>
        <a:lstStyle/>
        <a:p>
          <a:endParaRPr lang="en-US"/>
        </a:p>
      </dgm:t>
    </dgm:pt>
    <dgm:pt modelId="{75055902-9BB3-495A-A7C0-8CE9DB6F25F2}">
      <dgm:prSet phldrT="[Text]"/>
      <dgm:spPr/>
      <dgm:t>
        <a:bodyPr/>
        <a:lstStyle/>
        <a:p>
          <a:r>
            <a:rPr lang="en-US" b="1" spc="-20" dirty="0"/>
            <a:t>Components of Database</a:t>
          </a:r>
          <a:r>
            <a:rPr lang="en-US" b="1" spc="-275" dirty="0"/>
            <a:t> </a:t>
          </a:r>
          <a:r>
            <a:rPr lang="en-US" b="1" spc="-20" dirty="0"/>
            <a:t>Systems</a:t>
          </a:r>
          <a:endParaRPr lang="en-US" b="1" dirty="0"/>
        </a:p>
      </dgm:t>
    </dgm:pt>
    <dgm:pt modelId="{F6921489-1C21-4D4E-B675-C2BB4BE9EC91}" type="parTrans" cxnId="{F5683A75-4D20-448C-A3B0-E01AECA02BFE}">
      <dgm:prSet/>
      <dgm:spPr/>
      <dgm:t>
        <a:bodyPr/>
        <a:lstStyle/>
        <a:p>
          <a:endParaRPr lang="en-US"/>
        </a:p>
      </dgm:t>
    </dgm:pt>
    <dgm:pt modelId="{DCCDF21A-9CEA-4AD6-9C34-8D1CC0143311}" type="sibTrans" cxnId="{F5683A75-4D20-448C-A3B0-E01AECA02BFE}">
      <dgm:prSet/>
      <dgm:spPr/>
      <dgm:t>
        <a:bodyPr/>
        <a:lstStyle/>
        <a:p>
          <a:endParaRPr lang="en-US"/>
        </a:p>
      </dgm:t>
    </dgm:pt>
    <dgm:pt modelId="{EBCF6A26-B108-4B32-AB6B-2B0D7634CAE1}">
      <dgm:prSet phldrT="[Text]" custT="1"/>
      <dgm:spPr/>
      <dgm:t>
        <a:bodyPr/>
        <a:lstStyle/>
        <a:p>
          <a:r>
            <a:rPr lang="en-US" sz="3200" spc="-110" dirty="0">
              <a:latin typeface="Cascadia Mono" panose="020B0609020000020004" pitchFamily="49" charset="0"/>
              <a:cs typeface="Cascadia Mono" panose="020B0609020000020004" pitchFamily="49" charset="0"/>
            </a:rPr>
            <a:t>Data</a:t>
          </a:r>
          <a:endParaRPr lang="en-US" sz="3200" dirty="0"/>
        </a:p>
      </dgm:t>
    </dgm:pt>
    <dgm:pt modelId="{EFFCF544-B6A1-4EAE-9352-79C4C422FE2D}" type="parTrans" cxnId="{38AED1B2-2600-4BF8-B383-F5A7361701CE}">
      <dgm:prSet/>
      <dgm:spPr/>
      <dgm:t>
        <a:bodyPr/>
        <a:lstStyle/>
        <a:p>
          <a:endParaRPr lang="en-US"/>
        </a:p>
      </dgm:t>
    </dgm:pt>
    <dgm:pt modelId="{E3A44F68-6DC4-4E01-9D27-DEA7C09B7026}" type="sibTrans" cxnId="{38AED1B2-2600-4BF8-B383-F5A7361701CE}">
      <dgm:prSet/>
      <dgm:spPr/>
      <dgm:t>
        <a:bodyPr/>
        <a:lstStyle/>
        <a:p>
          <a:endParaRPr lang="en-US"/>
        </a:p>
      </dgm:t>
    </dgm:pt>
    <dgm:pt modelId="{13614C3B-BAC2-4EAC-A5A5-8100C2F37984}">
      <dgm:prSet phldrT="[Text]" custT="1"/>
      <dgm:spPr/>
      <dgm:t>
        <a:bodyPr/>
        <a:lstStyle/>
        <a:p>
          <a:r>
            <a:rPr lang="en-US" sz="3200" spc="-90" dirty="0">
              <a:latin typeface="Cascadia Mono" panose="020B0609020000020004" pitchFamily="49" charset="0"/>
              <a:cs typeface="Cascadia Mono" panose="020B0609020000020004" pitchFamily="49" charset="0"/>
            </a:rPr>
            <a:t>Users</a:t>
          </a:r>
          <a:endParaRPr lang="en-US" sz="3200" dirty="0"/>
        </a:p>
      </dgm:t>
    </dgm:pt>
    <dgm:pt modelId="{4054BCCE-3870-49B0-96F2-AE96400ADDF8}" type="parTrans" cxnId="{DCAA09E4-EBED-4AAE-ACFC-90B8B9E0C44D}">
      <dgm:prSet/>
      <dgm:spPr/>
      <dgm:t>
        <a:bodyPr/>
        <a:lstStyle/>
        <a:p>
          <a:endParaRPr lang="en-US"/>
        </a:p>
      </dgm:t>
    </dgm:pt>
    <dgm:pt modelId="{EFA09520-B8CA-46CD-AF95-A5FE65E28C86}" type="sibTrans" cxnId="{DCAA09E4-EBED-4AAE-ACFC-90B8B9E0C44D}">
      <dgm:prSet/>
      <dgm:spPr/>
      <dgm:t>
        <a:bodyPr/>
        <a:lstStyle/>
        <a:p>
          <a:endParaRPr lang="en-US"/>
        </a:p>
      </dgm:t>
    </dgm:pt>
    <dgm:pt modelId="{65954FB4-5846-4C6E-A8E8-085D41389033}">
      <dgm:prSet phldrT="[Text]" custT="1"/>
      <dgm:spPr/>
      <dgm:t>
        <a:bodyPr/>
        <a:lstStyle/>
        <a:p>
          <a:r>
            <a:rPr lang="en-US" sz="3200" spc="-95" dirty="0">
              <a:latin typeface="Cascadia Mono" panose="020B0609020000020004" pitchFamily="49" charset="0"/>
              <a:cs typeface="Cascadia Mono" panose="020B0609020000020004" pitchFamily="49" charset="0"/>
            </a:rPr>
            <a:t>Hardware</a:t>
          </a:r>
          <a:endParaRPr lang="en-US" sz="3200" dirty="0"/>
        </a:p>
      </dgm:t>
    </dgm:pt>
    <dgm:pt modelId="{3B9F0E30-C2A6-4F3B-97B5-2B9FC01435F6}" type="parTrans" cxnId="{5C692D63-DB40-4060-AFA8-D082F4822F97}">
      <dgm:prSet/>
      <dgm:spPr/>
      <dgm:t>
        <a:bodyPr/>
        <a:lstStyle/>
        <a:p>
          <a:endParaRPr lang="en-US"/>
        </a:p>
      </dgm:t>
    </dgm:pt>
    <dgm:pt modelId="{75E11430-9A9A-4587-A047-7CA7BF0AF970}" type="sibTrans" cxnId="{5C692D63-DB40-4060-AFA8-D082F4822F97}">
      <dgm:prSet/>
      <dgm:spPr/>
      <dgm:t>
        <a:bodyPr/>
        <a:lstStyle/>
        <a:p>
          <a:endParaRPr lang="en-US"/>
        </a:p>
      </dgm:t>
    </dgm:pt>
    <dgm:pt modelId="{051F5CA2-AFF7-4DB7-A281-5FCC33A92879}">
      <dgm:prSet phldrT="[Text]" custT="1"/>
      <dgm:spPr/>
      <dgm:t>
        <a:bodyPr/>
        <a:lstStyle/>
        <a:p>
          <a:pPr>
            <a:buClr>
              <a:srgbClr val="9B2C1F"/>
            </a:buClr>
            <a:buSzPct val="85000"/>
            <a:buFont typeface="Arial"/>
            <a:buChar char=""/>
          </a:pPr>
          <a:r>
            <a:rPr lang="en-US" sz="2800" spc="-110" dirty="0">
              <a:latin typeface="Cascadia Mono" panose="020B0609020000020004" pitchFamily="49" charset="0"/>
              <a:cs typeface="Cascadia Mono" panose="020B0609020000020004" pitchFamily="49" charset="0"/>
            </a:rPr>
            <a:t>Software</a:t>
          </a:r>
          <a:endParaRPr lang="en-US" sz="2800" dirty="0"/>
        </a:p>
      </dgm:t>
    </dgm:pt>
    <dgm:pt modelId="{1725C954-413F-408A-8E3E-FA8D25F8A0E0}" type="parTrans" cxnId="{FC4494EF-BC79-49C9-B473-E826D2700C6D}">
      <dgm:prSet/>
      <dgm:spPr/>
      <dgm:t>
        <a:bodyPr/>
        <a:lstStyle/>
        <a:p>
          <a:endParaRPr lang="en-US"/>
        </a:p>
      </dgm:t>
    </dgm:pt>
    <dgm:pt modelId="{B8880E71-496F-4FAE-93E6-3B781A86251C}" type="sibTrans" cxnId="{FC4494EF-BC79-49C9-B473-E826D2700C6D}">
      <dgm:prSet/>
      <dgm:spPr/>
      <dgm:t>
        <a:bodyPr/>
        <a:lstStyle/>
        <a:p>
          <a:endParaRPr lang="en-US"/>
        </a:p>
      </dgm:t>
    </dgm:pt>
    <dgm:pt modelId="{B4BC526E-FD4B-46F4-B4DE-9350E43D8B44}" type="pres">
      <dgm:prSet presAssocID="{376D2FC1-6625-4BA7-A931-9A0A2A4D9A1A}" presName="Name0" presStyleCnt="0">
        <dgm:presLayoutVars>
          <dgm:chMax val="1"/>
          <dgm:dir/>
          <dgm:animLvl val="ctr"/>
          <dgm:resizeHandles val="exact"/>
        </dgm:presLayoutVars>
      </dgm:prSet>
      <dgm:spPr/>
    </dgm:pt>
    <dgm:pt modelId="{0EC2389C-8996-4C29-A0AE-C52275401DEC}" type="pres">
      <dgm:prSet presAssocID="{75055902-9BB3-495A-A7C0-8CE9DB6F25F2}" presName="centerShape" presStyleLbl="node0" presStyleIdx="0" presStyleCnt="1"/>
      <dgm:spPr/>
    </dgm:pt>
    <dgm:pt modelId="{938F132F-801E-45DE-95A7-5BE794B7BA25}" type="pres">
      <dgm:prSet presAssocID="{EBCF6A26-B108-4B32-AB6B-2B0D7634CAE1}" presName="node" presStyleLbl="node1" presStyleIdx="0" presStyleCnt="4" custScaleX="120699" custScaleY="98482">
        <dgm:presLayoutVars>
          <dgm:bulletEnabled val="1"/>
        </dgm:presLayoutVars>
      </dgm:prSet>
      <dgm:spPr/>
    </dgm:pt>
    <dgm:pt modelId="{02D0D70A-C36A-4CF6-8088-91C996DBF285}" type="pres">
      <dgm:prSet presAssocID="{EBCF6A26-B108-4B32-AB6B-2B0D7634CAE1}" presName="dummy" presStyleCnt="0"/>
      <dgm:spPr/>
    </dgm:pt>
    <dgm:pt modelId="{05E3E45B-3E56-41A8-851D-4BFEA21D700B}" type="pres">
      <dgm:prSet presAssocID="{E3A44F68-6DC4-4E01-9D27-DEA7C09B7026}" presName="sibTrans" presStyleLbl="sibTrans2D1" presStyleIdx="0" presStyleCnt="4"/>
      <dgm:spPr/>
    </dgm:pt>
    <dgm:pt modelId="{F39B82E2-9D4C-4820-9CA0-0887F963C40A}" type="pres">
      <dgm:prSet presAssocID="{13614C3B-BAC2-4EAC-A5A5-8100C2F37984}" presName="node" presStyleLbl="node1" presStyleIdx="1" presStyleCnt="4" custScaleX="145114" custScaleY="105989">
        <dgm:presLayoutVars>
          <dgm:bulletEnabled val="1"/>
        </dgm:presLayoutVars>
      </dgm:prSet>
      <dgm:spPr/>
    </dgm:pt>
    <dgm:pt modelId="{42C7D205-2E6C-46DE-8644-7933D90E5903}" type="pres">
      <dgm:prSet presAssocID="{13614C3B-BAC2-4EAC-A5A5-8100C2F37984}" presName="dummy" presStyleCnt="0"/>
      <dgm:spPr/>
    </dgm:pt>
    <dgm:pt modelId="{919483CB-E78F-4DFF-82D6-039654E71BF6}" type="pres">
      <dgm:prSet presAssocID="{EFA09520-B8CA-46CD-AF95-A5FE65E28C86}" presName="sibTrans" presStyleLbl="sibTrans2D1" presStyleIdx="1" presStyleCnt="4"/>
      <dgm:spPr/>
    </dgm:pt>
    <dgm:pt modelId="{477A6A07-9F4B-47B0-BEC3-2A51B7FCFB53}" type="pres">
      <dgm:prSet presAssocID="{65954FB4-5846-4C6E-A8E8-085D41389033}" presName="node" presStyleLbl="node1" presStyleIdx="2" presStyleCnt="4" custScaleX="169983" custScaleY="122662">
        <dgm:presLayoutVars>
          <dgm:bulletEnabled val="1"/>
        </dgm:presLayoutVars>
      </dgm:prSet>
      <dgm:spPr/>
    </dgm:pt>
    <dgm:pt modelId="{9AAB3C2B-F021-4D64-8485-19A30604ECEA}" type="pres">
      <dgm:prSet presAssocID="{65954FB4-5846-4C6E-A8E8-085D41389033}" presName="dummy" presStyleCnt="0"/>
      <dgm:spPr/>
    </dgm:pt>
    <dgm:pt modelId="{87CCAA67-28F6-4C1E-A28B-0115A4CDD145}" type="pres">
      <dgm:prSet presAssocID="{75E11430-9A9A-4587-A047-7CA7BF0AF970}" presName="sibTrans" presStyleLbl="sibTrans2D1" presStyleIdx="2" presStyleCnt="4"/>
      <dgm:spPr/>
    </dgm:pt>
    <dgm:pt modelId="{CCEDBE23-C6B4-4FAB-A4EC-21888EB051A9}" type="pres">
      <dgm:prSet presAssocID="{051F5CA2-AFF7-4DB7-A281-5FCC33A92879}" presName="node" presStyleLbl="node1" presStyleIdx="3" presStyleCnt="4" custScaleX="137198" custScaleY="117320">
        <dgm:presLayoutVars>
          <dgm:bulletEnabled val="1"/>
        </dgm:presLayoutVars>
      </dgm:prSet>
      <dgm:spPr/>
    </dgm:pt>
    <dgm:pt modelId="{4F1DF620-6339-4586-A583-1360AE6B0601}" type="pres">
      <dgm:prSet presAssocID="{051F5CA2-AFF7-4DB7-A281-5FCC33A92879}" presName="dummy" presStyleCnt="0"/>
      <dgm:spPr/>
    </dgm:pt>
    <dgm:pt modelId="{3EB79E94-AD43-4632-8DBB-53B787949A50}" type="pres">
      <dgm:prSet presAssocID="{B8880E71-496F-4FAE-93E6-3B781A86251C}" presName="sibTrans" presStyleLbl="sibTrans2D1" presStyleIdx="3" presStyleCnt="4" custScaleX="109917" custScaleY="107026" custLinFactNeighborX="637" custLinFactNeighborY="1854"/>
      <dgm:spPr/>
    </dgm:pt>
  </dgm:ptLst>
  <dgm:cxnLst>
    <dgm:cxn modelId="{381E6E01-F7B6-4E60-B08D-AB6E9C0630CF}" type="presOf" srcId="{E3A44F68-6DC4-4E01-9D27-DEA7C09B7026}" destId="{05E3E45B-3E56-41A8-851D-4BFEA21D700B}" srcOrd="0" destOrd="0" presId="urn:microsoft.com/office/officeart/2005/8/layout/radial6"/>
    <dgm:cxn modelId="{5C44C80D-D9F7-4943-BF40-1A1674E38A5A}" type="presOf" srcId="{376D2FC1-6625-4BA7-A931-9A0A2A4D9A1A}" destId="{B4BC526E-FD4B-46F4-B4DE-9350E43D8B44}" srcOrd="0" destOrd="0" presId="urn:microsoft.com/office/officeart/2005/8/layout/radial6"/>
    <dgm:cxn modelId="{6AD06D1F-0990-40CF-94F2-24E22622482E}" type="presOf" srcId="{B8880E71-496F-4FAE-93E6-3B781A86251C}" destId="{3EB79E94-AD43-4632-8DBB-53B787949A50}" srcOrd="0" destOrd="0" presId="urn:microsoft.com/office/officeart/2005/8/layout/radial6"/>
    <dgm:cxn modelId="{B62CB45F-3AAA-4EFA-9DE6-CAF6E0E5AD5D}" type="presOf" srcId="{65954FB4-5846-4C6E-A8E8-085D41389033}" destId="{477A6A07-9F4B-47B0-BEC3-2A51B7FCFB53}" srcOrd="0" destOrd="0" presId="urn:microsoft.com/office/officeart/2005/8/layout/radial6"/>
    <dgm:cxn modelId="{5C692D63-DB40-4060-AFA8-D082F4822F97}" srcId="{75055902-9BB3-495A-A7C0-8CE9DB6F25F2}" destId="{65954FB4-5846-4C6E-A8E8-085D41389033}" srcOrd="2" destOrd="0" parTransId="{3B9F0E30-C2A6-4F3B-97B5-2B9FC01435F6}" sibTransId="{75E11430-9A9A-4587-A047-7CA7BF0AF970}"/>
    <dgm:cxn modelId="{8A21CE64-B12B-40F4-B3E5-368261451AC0}" type="presOf" srcId="{75055902-9BB3-495A-A7C0-8CE9DB6F25F2}" destId="{0EC2389C-8996-4C29-A0AE-C52275401DEC}" srcOrd="0" destOrd="0" presId="urn:microsoft.com/office/officeart/2005/8/layout/radial6"/>
    <dgm:cxn modelId="{375CFC74-B8BB-48BA-8A2A-A3019E43F302}" type="presOf" srcId="{EBCF6A26-B108-4B32-AB6B-2B0D7634CAE1}" destId="{938F132F-801E-45DE-95A7-5BE794B7BA25}" srcOrd="0" destOrd="0" presId="urn:microsoft.com/office/officeart/2005/8/layout/radial6"/>
    <dgm:cxn modelId="{F5683A75-4D20-448C-A3B0-E01AECA02BFE}" srcId="{376D2FC1-6625-4BA7-A931-9A0A2A4D9A1A}" destId="{75055902-9BB3-495A-A7C0-8CE9DB6F25F2}" srcOrd="0" destOrd="0" parTransId="{F6921489-1C21-4D4E-B675-C2BB4BE9EC91}" sibTransId="{DCCDF21A-9CEA-4AD6-9C34-8D1CC0143311}"/>
    <dgm:cxn modelId="{5DE0338B-4434-4FC3-82FD-71C313E86EC4}" type="presOf" srcId="{EFA09520-B8CA-46CD-AF95-A5FE65E28C86}" destId="{919483CB-E78F-4DFF-82D6-039654E71BF6}" srcOrd="0" destOrd="0" presId="urn:microsoft.com/office/officeart/2005/8/layout/radial6"/>
    <dgm:cxn modelId="{38AED1B2-2600-4BF8-B383-F5A7361701CE}" srcId="{75055902-9BB3-495A-A7C0-8CE9DB6F25F2}" destId="{EBCF6A26-B108-4B32-AB6B-2B0D7634CAE1}" srcOrd="0" destOrd="0" parTransId="{EFFCF544-B6A1-4EAE-9352-79C4C422FE2D}" sibTransId="{E3A44F68-6DC4-4E01-9D27-DEA7C09B7026}"/>
    <dgm:cxn modelId="{2ED7A2D1-EC0B-4848-9FDD-02A6C43E611D}" type="presOf" srcId="{75E11430-9A9A-4587-A047-7CA7BF0AF970}" destId="{87CCAA67-28F6-4C1E-A28B-0115A4CDD145}" srcOrd="0" destOrd="0" presId="urn:microsoft.com/office/officeart/2005/8/layout/radial6"/>
    <dgm:cxn modelId="{CFB3DBD5-5A97-4765-9A88-4AB4B94CFCF9}" type="presOf" srcId="{051F5CA2-AFF7-4DB7-A281-5FCC33A92879}" destId="{CCEDBE23-C6B4-4FAB-A4EC-21888EB051A9}" srcOrd="0" destOrd="0" presId="urn:microsoft.com/office/officeart/2005/8/layout/radial6"/>
    <dgm:cxn modelId="{8E8D91D9-D0AB-43C8-A701-591DDAD8FBE9}" type="presOf" srcId="{13614C3B-BAC2-4EAC-A5A5-8100C2F37984}" destId="{F39B82E2-9D4C-4820-9CA0-0887F963C40A}" srcOrd="0" destOrd="0" presId="urn:microsoft.com/office/officeart/2005/8/layout/radial6"/>
    <dgm:cxn modelId="{DCAA09E4-EBED-4AAE-ACFC-90B8B9E0C44D}" srcId="{75055902-9BB3-495A-A7C0-8CE9DB6F25F2}" destId="{13614C3B-BAC2-4EAC-A5A5-8100C2F37984}" srcOrd="1" destOrd="0" parTransId="{4054BCCE-3870-49B0-96F2-AE96400ADDF8}" sibTransId="{EFA09520-B8CA-46CD-AF95-A5FE65E28C86}"/>
    <dgm:cxn modelId="{FC4494EF-BC79-49C9-B473-E826D2700C6D}" srcId="{75055902-9BB3-495A-A7C0-8CE9DB6F25F2}" destId="{051F5CA2-AFF7-4DB7-A281-5FCC33A92879}" srcOrd="3" destOrd="0" parTransId="{1725C954-413F-408A-8E3E-FA8D25F8A0E0}" sibTransId="{B8880E71-496F-4FAE-93E6-3B781A86251C}"/>
    <dgm:cxn modelId="{C92EC7B7-7A02-43B9-A7FF-BA2EF06559D0}" type="presParOf" srcId="{B4BC526E-FD4B-46F4-B4DE-9350E43D8B44}" destId="{0EC2389C-8996-4C29-A0AE-C52275401DEC}" srcOrd="0" destOrd="0" presId="urn:microsoft.com/office/officeart/2005/8/layout/radial6"/>
    <dgm:cxn modelId="{07F46CF3-BBB0-44ED-8C84-DD52BD98D250}" type="presParOf" srcId="{B4BC526E-FD4B-46F4-B4DE-9350E43D8B44}" destId="{938F132F-801E-45DE-95A7-5BE794B7BA25}" srcOrd="1" destOrd="0" presId="urn:microsoft.com/office/officeart/2005/8/layout/radial6"/>
    <dgm:cxn modelId="{F093B23B-478A-49BA-86A1-DF6026C96818}" type="presParOf" srcId="{B4BC526E-FD4B-46F4-B4DE-9350E43D8B44}" destId="{02D0D70A-C36A-4CF6-8088-91C996DBF285}" srcOrd="2" destOrd="0" presId="urn:microsoft.com/office/officeart/2005/8/layout/radial6"/>
    <dgm:cxn modelId="{B7A820E3-9018-4F59-9824-D27B1AF93FA3}" type="presParOf" srcId="{B4BC526E-FD4B-46F4-B4DE-9350E43D8B44}" destId="{05E3E45B-3E56-41A8-851D-4BFEA21D700B}" srcOrd="3" destOrd="0" presId="urn:microsoft.com/office/officeart/2005/8/layout/radial6"/>
    <dgm:cxn modelId="{A74EFC9E-B4C5-49FA-881D-2CF0BCC3BBCC}" type="presParOf" srcId="{B4BC526E-FD4B-46F4-B4DE-9350E43D8B44}" destId="{F39B82E2-9D4C-4820-9CA0-0887F963C40A}" srcOrd="4" destOrd="0" presId="urn:microsoft.com/office/officeart/2005/8/layout/radial6"/>
    <dgm:cxn modelId="{CBC86AE6-3CC1-4792-B3A4-A31590340FE5}" type="presParOf" srcId="{B4BC526E-FD4B-46F4-B4DE-9350E43D8B44}" destId="{42C7D205-2E6C-46DE-8644-7933D90E5903}" srcOrd="5" destOrd="0" presId="urn:microsoft.com/office/officeart/2005/8/layout/radial6"/>
    <dgm:cxn modelId="{83F12067-0D6E-427C-AC90-CB43C050E373}" type="presParOf" srcId="{B4BC526E-FD4B-46F4-B4DE-9350E43D8B44}" destId="{919483CB-E78F-4DFF-82D6-039654E71BF6}" srcOrd="6" destOrd="0" presId="urn:microsoft.com/office/officeart/2005/8/layout/radial6"/>
    <dgm:cxn modelId="{06DECE99-6775-4BE0-A984-108D88B087E4}" type="presParOf" srcId="{B4BC526E-FD4B-46F4-B4DE-9350E43D8B44}" destId="{477A6A07-9F4B-47B0-BEC3-2A51B7FCFB53}" srcOrd="7" destOrd="0" presId="urn:microsoft.com/office/officeart/2005/8/layout/radial6"/>
    <dgm:cxn modelId="{6EF8792D-2265-4B0F-9B37-04CF30437DDA}" type="presParOf" srcId="{B4BC526E-FD4B-46F4-B4DE-9350E43D8B44}" destId="{9AAB3C2B-F021-4D64-8485-19A30604ECEA}" srcOrd="8" destOrd="0" presId="urn:microsoft.com/office/officeart/2005/8/layout/radial6"/>
    <dgm:cxn modelId="{337A4C50-3F96-4DC6-8BA7-5C5E64782283}" type="presParOf" srcId="{B4BC526E-FD4B-46F4-B4DE-9350E43D8B44}" destId="{87CCAA67-28F6-4C1E-A28B-0115A4CDD145}" srcOrd="9" destOrd="0" presId="urn:microsoft.com/office/officeart/2005/8/layout/radial6"/>
    <dgm:cxn modelId="{6885F2D0-9F52-434C-A985-0BC923C2F58B}" type="presParOf" srcId="{B4BC526E-FD4B-46F4-B4DE-9350E43D8B44}" destId="{CCEDBE23-C6B4-4FAB-A4EC-21888EB051A9}" srcOrd="10" destOrd="0" presId="urn:microsoft.com/office/officeart/2005/8/layout/radial6"/>
    <dgm:cxn modelId="{C37C9769-4DF9-47A6-BF26-3516089C2B09}" type="presParOf" srcId="{B4BC526E-FD4B-46F4-B4DE-9350E43D8B44}" destId="{4F1DF620-6339-4586-A583-1360AE6B0601}" srcOrd="11" destOrd="0" presId="urn:microsoft.com/office/officeart/2005/8/layout/radial6"/>
    <dgm:cxn modelId="{437F4084-C5B2-4A39-B035-8F5F65E16DF3}" type="presParOf" srcId="{B4BC526E-FD4B-46F4-B4DE-9350E43D8B44}" destId="{3EB79E94-AD43-4632-8DBB-53B787949A50}" srcOrd="12"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34E2F67-5259-43CC-A786-356CC74237C3}" type="doc">
      <dgm:prSet loTypeId="urn:microsoft.com/office/officeart/2005/8/layout/venn3" loCatId="relationship" qsTypeId="urn:microsoft.com/office/officeart/2005/8/quickstyle/3d2" qsCatId="3D" csTypeId="urn:microsoft.com/office/officeart/2005/8/colors/colorful5" csCatId="colorful" phldr="1"/>
      <dgm:spPr/>
      <dgm:t>
        <a:bodyPr/>
        <a:lstStyle/>
        <a:p>
          <a:endParaRPr lang="en-US"/>
        </a:p>
      </dgm:t>
    </dgm:pt>
    <dgm:pt modelId="{C9A9380F-74D1-4595-8E59-B821433F970F}">
      <dgm:prSet phldrT="[Text]" custT="1"/>
      <dgm:spPr/>
      <dgm:t>
        <a:bodyPr/>
        <a:lstStyle/>
        <a:p>
          <a:r>
            <a:rPr lang="en-US" sz="2500" spc="-85" dirty="0">
              <a:latin typeface="Cascadia Mono" panose="020B0609020000020004" pitchFamily="49" charset="0"/>
              <a:cs typeface="Cascadia Mono" panose="020B0609020000020004" pitchFamily="49" charset="0"/>
            </a:rPr>
            <a:t>Store</a:t>
          </a:r>
          <a:endParaRPr lang="en-US" sz="2500" dirty="0"/>
        </a:p>
      </dgm:t>
    </dgm:pt>
    <dgm:pt modelId="{4B0B0350-4506-430C-9488-04E079E1F8A7}" type="parTrans" cxnId="{8B5EA5EC-6AD3-42FA-BB4D-5DADD74D8FEB}">
      <dgm:prSet/>
      <dgm:spPr/>
      <dgm:t>
        <a:bodyPr/>
        <a:lstStyle/>
        <a:p>
          <a:endParaRPr lang="en-US"/>
        </a:p>
      </dgm:t>
    </dgm:pt>
    <dgm:pt modelId="{47144CC9-EC08-43F1-807A-F6244FCADB25}" type="sibTrans" cxnId="{8B5EA5EC-6AD3-42FA-BB4D-5DADD74D8FEB}">
      <dgm:prSet/>
      <dgm:spPr/>
      <dgm:t>
        <a:bodyPr/>
        <a:lstStyle/>
        <a:p>
          <a:endParaRPr lang="en-US"/>
        </a:p>
      </dgm:t>
    </dgm:pt>
    <dgm:pt modelId="{7F4D5C41-D581-4C8E-8BB7-8017E9FF004E}">
      <dgm:prSet phldrT="[Text]" custT="1"/>
      <dgm:spPr/>
      <dgm:t>
        <a:bodyPr/>
        <a:lstStyle/>
        <a:p>
          <a:r>
            <a:rPr lang="en-US" sz="2500" spc="-90" dirty="0">
              <a:latin typeface="Cascadia Mono" panose="020B0609020000020004" pitchFamily="49" charset="0"/>
              <a:cs typeface="Cascadia Mono" panose="020B0609020000020004" pitchFamily="49" charset="0"/>
            </a:rPr>
            <a:t>Update</a:t>
          </a:r>
          <a:endParaRPr lang="en-US" sz="2500" dirty="0"/>
        </a:p>
      </dgm:t>
    </dgm:pt>
    <dgm:pt modelId="{0064255C-6A2E-47DA-B7A8-7AAA2CAD1D74}" type="parTrans" cxnId="{C817E0C4-172C-4AC8-B762-7193374C2887}">
      <dgm:prSet/>
      <dgm:spPr/>
      <dgm:t>
        <a:bodyPr/>
        <a:lstStyle/>
        <a:p>
          <a:endParaRPr lang="en-US"/>
        </a:p>
      </dgm:t>
    </dgm:pt>
    <dgm:pt modelId="{7915BCD8-29C6-48A5-B182-0AB2A823555E}" type="sibTrans" cxnId="{C817E0C4-172C-4AC8-B762-7193374C2887}">
      <dgm:prSet/>
      <dgm:spPr/>
      <dgm:t>
        <a:bodyPr/>
        <a:lstStyle/>
        <a:p>
          <a:endParaRPr lang="en-US"/>
        </a:p>
      </dgm:t>
    </dgm:pt>
    <dgm:pt modelId="{0CC337D3-BCBA-4D1C-8FAF-5445F1B876AD}">
      <dgm:prSet phldrT="[Text]" custT="1"/>
      <dgm:spPr/>
      <dgm:t>
        <a:bodyPr/>
        <a:lstStyle/>
        <a:p>
          <a:r>
            <a:rPr lang="en-US" sz="2400" spc="-80" dirty="0">
              <a:latin typeface="Cascadia Mono" panose="020B0609020000020004" pitchFamily="49" charset="0"/>
              <a:cs typeface="Cascadia Mono" panose="020B0609020000020004" pitchFamily="49" charset="0"/>
            </a:rPr>
            <a:t>Retrieve</a:t>
          </a:r>
          <a:endParaRPr lang="en-US" sz="2400" dirty="0"/>
        </a:p>
      </dgm:t>
    </dgm:pt>
    <dgm:pt modelId="{6FE14EC0-5C17-459C-B5D0-804610CEDEDF}" type="parTrans" cxnId="{430D20B5-0414-426C-8204-65027A0A6B03}">
      <dgm:prSet/>
      <dgm:spPr/>
      <dgm:t>
        <a:bodyPr/>
        <a:lstStyle/>
        <a:p>
          <a:endParaRPr lang="en-US"/>
        </a:p>
      </dgm:t>
    </dgm:pt>
    <dgm:pt modelId="{E6E4D312-CE94-42D5-9F0D-23731D21B36F}" type="sibTrans" cxnId="{430D20B5-0414-426C-8204-65027A0A6B03}">
      <dgm:prSet/>
      <dgm:spPr/>
      <dgm:t>
        <a:bodyPr/>
        <a:lstStyle/>
        <a:p>
          <a:endParaRPr lang="en-US"/>
        </a:p>
      </dgm:t>
    </dgm:pt>
    <dgm:pt modelId="{6061EC91-21CB-455A-95B7-A7EF2B36FF7D}">
      <dgm:prSet phldrT="[Text]" custT="1"/>
      <dgm:spPr/>
      <dgm:t>
        <a:bodyPr/>
        <a:lstStyle/>
        <a:p>
          <a:r>
            <a:rPr lang="en-US" sz="2400" spc="-90" dirty="0">
              <a:latin typeface="Cascadia Mono" panose="020B0609020000020004" pitchFamily="49" charset="0"/>
              <a:cs typeface="Cascadia Mono" panose="020B0609020000020004" pitchFamily="49" charset="0"/>
            </a:rPr>
            <a:t>Organize</a:t>
          </a:r>
          <a:endParaRPr lang="en-US" sz="2400" dirty="0"/>
        </a:p>
      </dgm:t>
    </dgm:pt>
    <dgm:pt modelId="{92EEF3AD-24C8-4BEC-BA5A-105C7875A5CC}" type="parTrans" cxnId="{BF8CDA87-3C3A-42FD-966A-EF1216E7FDF5}">
      <dgm:prSet/>
      <dgm:spPr/>
      <dgm:t>
        <a:bodyPr/>
        <a:lstStyle/>
        <a:p>
          <a:endParaRPr lang="en-US"/>
        </a:p>
      </dgm:t>
    </dgm:pt>
    <dgm:pt modelId="{1AD9DC37-9057-4B7F-94DB-0E7301A97ED2}" type="sibTrans" cxnId="{BF8CDA87-3C3A-42FD-966A-EF1216E7FDF5}">
      <dgm:prSet/>
      <dgm:spPr/>
      <dgm:t>
        <a:bodyPr/>
        <a:lstStyle/>
        <a:p>
          <a:endParaRPr lang="en-US"/>
        </a:p>
      </dgm:t>
    </dgm:pt>
    <dgm:pt modelId="{DDCF42EF-6DCB-40EA-99EC-CF636650E40B}">
      <dgm:prSet phldrT="[Text]" custT="1"/>
      <dgm:spPr/>
      <dgm:t>
        <a:bodyPr/>
        <a:lstStyle/>
        <a:p>
          <a:r>
            <a:rPr lang="en-US" sz="2500" spc="-90" dirty="0">
              <a:latin typeface="Cascadia Mono" panose="020B0609020000020004" pitchFamily="49" charset="0"/>
              <a:cs typeface="Cascadia Mono" panose="020B0609020000020004" pitchFamily="49" charset="0"/>
            </a:rPr>
            <a:t>Protect</a:t>
          </a:r>
          <a:endParaRPr lang="en-US" sz="2500" dirty="0"/>
        </a:p>
      </dgm:t>
    </dgm:pt>
    <dgm:pt modelId="{E116C2EF-2B00-4AA6-88ED-6EAADA265799}" type="parTrans" cxnId="{5AA583DB-8861-4154-AEAC-3992CDEE27A4}">
      <dgm:prSet/>
      <dgm:spPr/>
      <dgm:t>
        <a:bodyPr/>
        <a:lstStyle/>
        <a:p>
          <a:endParaRPr lang="en-US"/>
        </a:p>
      </dgm:t>
    </dgm:pt>
    <dgm:pt modelId="{4C9F82CA-67FD-4763-90E2-B5F3426F7010}" type="sibTrans" cxnId="{5AA583DB-8861-4154-AEAC-3992CDEE27A4}">
      <dgm:prSet/>
      <dgm:spPr/>
      <dgm:t>
        <a:bodyPr/>
        <a:lstStyle/>
        <a:p>
          <a:endParaRPr lang="en-US"/>
        </a:p>
      </dgm:t>
    </dgm:pt>
    <dgm:pt modelId="{8DE518D0-16F3-46CE-B807-9DF8BE8E5ADF}" type="pres">
      <dgm:prSet presAssocID="{634E2F67-5259-43CC-A786-356CC74237C3}" presName="Name0" presStyleCnt="0">
        <dgm:presLayoutVars>
          <dgm:dir/>
          <dgm:resizeHandles val="exact"/>
        </dgm:presLayoutVars>
      </dgm:prSet>
      <dgm:spPr/>
    </dgm:pt>
    <dgm:pt modelId="{A9E0A466-0EFD-4CAB-81DC-FA3C21AA349B}" type="pres">
      <dgm:prSet presAssocID="{C9A9380F-74D1-4595-8E59-B821433F970F}" presName="Name5" presStyleLbl="vennNode1" presStyleIdx="0" presStyleCnt="5">
        <dgm:presLayoutVars>
          <dgm:bulletEnabled val="1"/>
        </dgm:presLayoutVars>
      </dgm:prSet>
      <dgm:spPr/>
    </dgm:pt>
    <dgm:pt modelId="{5E2B2059-43AC-4B07-8A43-D5BFEBAB7637}" type="pres">
      <dgm:prSet presAssocID="{47144CC9-EC08-43F1-807A-F6244FCADB25}" presName="space" presStyleCnt="0"/>
      <dgm:spPr/>
    </dgm:pt>
    <dgm:pt modelId="{397BC995-8118-4CD7-8730-7EBB3E31ECB0}" type="pres">
      <dgm:prSet presAssocID="{7F4D5C41-D581-4C8E-8BB7-8017E9FF004E}" presName="Name5" presStyleLbl="vennNode1" presStyleIdx="1" presStyleCnt="5">
        <dgm:presLayoutVars>
          <dgm:bulletEnabled val="1"/>
        </dgm:presLayoutVars>
      </dgm:prSet>
      <dgm:spPr/>
    </dgm:pt>
    <dgm:pt modelId="{97C8FF3B-E032-4636-AF01-6A3CC0AE8D0F}" type="pres">
      <dgm:prSet presAssocID="{7915BCD8-29C6-48A5-B182-0AB2A823555E}" presName="space" presStyleCnt="0"/>
      <dgm:spPr/>
    </dgm:pt>
    <dgm:pt modelId="{38A79269-F227-4ABF-A15D-F1C28B3597B1}" type="pres">
      <dgm:prSet presAssocID="{0CC337D3-BCBA-4D1C-8FAF-5445F1B876AD}" presName="Name5" presStyleLbl="vennNode1" presStyleIdx="2" presStyleCnt="5" custScaleX="108532" custScaleY="108653">
        <dgm:presLayoutVars>
          <dgm:bulletEnabled val="1"/>
        </dgm:presLayoutVars>
      </dgm:prSet>
      <dgm:spPr/>
    </dgm:pt>
    <dgm:pt modelId="{B942EE51-7C1D-48E1-9EBC-13714DFBC4F2}" type="pres">
      <dgm:prSet presAssocID="{E6E4D312-CE94-42D5-9F0D-23731D21B36F}" presName="space" presStyleCnt="0"/>
      <dgm:spPr/>
    </dgm:pt>
    <dgm:pt modelId="{B7FEC3D9-991E-4CAF-8D85-D8D056E89DCB}" type="pres">
      <dgm:prSet presAssocID="{6061EC91-21CB-455A-95B7-A7EF2B36FF7D}" presName="Name5" presStyleLbl="vennNode1" presStyleIdx="3" presStyleCnt="5" custScaleX="113184" custScaleY="113689">
        <dgm:presLayoutVars>
          <dgm:bulletEnabled val="1"/>
        </dgm:presLayoutVars>
      </dgm:prSet>
      <dgm:spPr/>
    </dgm:pt>
    <dgm:pt modelId="{36323F8E-2A83-4B62-A6FF-9CECD6D8AD9D}" type="pres">
      <dgm:prSet presAssocID="{1AD9DC37-9057-4B7F-94DB-0E7301A97ED2}" presName="space" presStyleCnt="0"/>
      <dgm:spPr/>
    </dgm:pt>
    <dgm:pt modelId="{964BF072-5159-4F4C-8B43-FA6C92882C3E}" type="pres">
      <dgm:prSet presAssocID="{DDCF42EF-6DCB-40EA-99EC-CF636650E40B}" presName="Name5" presStyleLbl="vennNode1" presStyleIdx="4" presStyleCnt="5">
        <dgm:presLayoutVars>
          <dgm:bulletEnabled val="1"/>
        </dgm:presLayoutVars>
      </dgm:prSet>
      <dgm:spPr/>
    </dgm:pt>
  </dgm:ptLst>
  <dgm:cxnLst>
    <dgm:cxn modelId="{43970000-A157-4026-B88F-123008F9C8B8}" type="presOf" srcId="{C9A9380F-74D1-4595-8E59-B821433F970F}" destId="{A9E0A466-0EFD-4CAB-81DC-FA3C21AA349B}" srcOrd="0" destOrd="0" presId="urn:microsoft.com/office/officeart/2005/8/layout/venn3"/>
    <dgm:cxn modelId="{38455C02-1681-48C7-B7F9-B922A3774F84}" type="presOf" srcId="{6061EC91-21CB-455A-95B7-A7EF2B36FF7D}" destId="{B7FEC3D9-991E-4CAF-8D85-D8D056E89DCB}" srcOrd="0" destOrd="0" presId="urn:microsoft.com/office/officeart/2005/8/layout/venn3"/>
    <dgm:cxn modelId="{40C6B60D-B0E3-4D7F-9758-122DB1EF43B9}" type="presOf" srcId="{DDCF42EF-6DCB-40EA-99EC-CF636650E40B}" destId="{964BF072-5159-4F4C-8B43-FA6C92882C3E}" srcOrd="0" destOrd="0" presId="urn:microsoft.com/office/officeart/2005/8/layout/venn3"/>
    <dgm:cxn modelId="{BF8CDA87-3C3A-42FD-966A-EF1216E7FDF5}" srcId="{634E2F67-5259-43CC-A786-356CC74237C3}" destId="{6061EC91-21CB-455A-95B7-A7EF2B36FF7D}" srcOrd="3" destOrd="0" parTransId="{92EEF3AD-24C8-4BEC-BA5A-105C7875A5CC}" sibTransId="{1AD9DC37-9057-4B7F-94DB-0E7301A97ED2}"/>
    <dgm:cxn modelId="{8E1C418B-E1B0-46BC-9351-FC160043C5D8}" type="presOf" srcId="{634E2F67-5259-43CC-A786-356CC74237C3}" destId="{8DE518D0-16F3-46CE-B807-9DF8BE8E5ADF}" srcOrd="0" destOrd="0" presId="urn:microsoft.com/office/officeart/2005/8/layout/venn3"/>
    <dgm:cxn modelId="{430D20B5-0414-426C-8204-65027A0A6B03}" srcId="{634E2F67-5259-43CC-A786-356CC74237C3}" destId="{0CC337D3-BCBA-4D1C-8FAF-5445F1B876AD}" srcOrd="2" destOrd="0" parTransId="{6FE14EC0-5C17-459C-B5D0-804610CEDEDF}" sibTransId="{E6E4D312-CE94-42D5-9F0D-23731D21B36F}"/>
    <dgm:cxn modelId="{BF0C7FBB-9710-499A-81AE-3D8967E247D9}" type="presOf" srcId="{0CC337D3-BCBA-4D1C-8FAF-5445F1B876AD}" destId="{38A79269-F227-4ABF-A15D-F1C28B3597B1}" srcOrd="0" destOrd="0" presId="urn:microsoft.com/office/officeart/2005/8/layout/venn3"/>
    <dgm:cxn modelId="{C817E0C4-172C-4AC8-B762-7193374C2887}" srcId="{634E2F67-5259-43CC-A786-356CC74237C3}" destId="{7F4D5C41-D581-4C8E-8BB7-8017E9FF004E}" srcOrd="1" destOrd="0" parTransId="{0064255C-6A2E-47DA-B7A8-7AAA2CAD1D74}" sibTransId="{7915BCD8-29C6-48A5-B182-0AB2A823555E}"/>
    <dgm:cxn modelId="{5AA583DB-8861-4154-AEAC-3992CDEE27A4}" srcId="{634E2F67-5259-43CC-A786-356CC74237C3}" destId="{DDCF42EF-6DCB-40EA-99EC-CF636650E40B}" srcOrd="4" destOrd="0" parTransId="{E116C2EF-2B00-4AA6-88ED-6EAADA265799}" sibTransId="{4C9F82CA-67FD-4763-90E2-B5F3426F7010}"/>
    <dgm:cxn modelId="{82E34FDF-0A91-4B54-9D91-E68F2369B9A2}" type="presOf" srcId="{7F4D5C41-D581-4C8E-8BB7-8017E9FF004E}" destId="{397BC995-8118-4CD7-8730-7EBB3E31ECB0}" srcOrd="0" destOrd="0" presId="urn:microsoft.com/office/officeart/2005/8/layout/venn3"/>
    <dgm:cxn modelId="{8B5EA5EC-6AD3-42FA-BB4D-5DADD74D8FEB}" srcId="{634E2F67-5259-43CC-A786-356CC74237C3}" destId="{C9A9380F-74D1-4595-8E59-B821433F970F}" srcOrd="0" destOrd="0" parTransId="{4B0B0350-4506-430C-9488-04E079E1F8A7}" sibTransId="{47144CC9-EC08-43F1-807A-F6244FCADB25}"/>
    <dgm:cxn modelId="{F71CC790-D859-4875-BC11-975430FBB671}" type="presParOf" srcId="{8DE518D0-16F3-46CE-B807-9DF8BE8E5ADF}" destId="{A9E0A466-0EFD-4CAB-81DC-FA3C21AA349B}" srcOrd="0" destOrd="0" presId="urn:microsoft.com/office/officeart/2005/8/layout/venn3"/>
    <dgm:cxn modelId="{22BC715E-5D8C-4477-ABDC-3984B08794C5}" type="presParOf" srcId="{8DE518D0-16F3-46CE-B807-9DF8BE8E5ADF}" destId="{5E2B2059-43AC-4B07-8A43-D5BFEBAB7637}" srcOrd="1" destOrd="0" presId="urn:microsoft.com/office/officeart/2005/8/layout/venn3"/>
    <dgm:cxn modelId="{9BF0917F-187B-47B4-838E-79724B6B4B17}" type="presParOf" srcId="{8DE518D0-16F3-46CE-B807-9DF8BE8E5ADF}" destId="{397BC995-8118-4CD7-8730-7EBB3E31ECB0}" srcOrd="2" destOrd="0" presId="urn:microsoft.com/office/officeart/2005/8/layout/venn3"/>
    <dgm:cxn modelId="{B78FD1EB-F1A1-496F-9471-A10CA0F47874}" type="presParOf" srcId="{8DE518D0-16F3-46CE-B807-9DF8BE8E5ADF}" destId="{97C8FF3B-E032-4636-AF01-6A3CC0AE8D0F}" srcOrd="3" destOrd="0" presId="urn:microsoft.com/office/officeart/2005/8/layout/venn3"/>
    <dgm:cxn modelId="{977DFABA-EF2A-40DD-9F1C-5A6DF3BAAC73}" type="presParOf" srcId="{8DE518D0-16F3-46CE-B807-9DF8BE8E5ADF}" destId="{38A79269-F227-4ABF-A15D-F1C28B3597B1}" srcOrd="4" destOrd="0" presId="urn:microsoft.com/office/officeart/2005/8/layout/venn3"/>
    <dgm:cxn modelId="{0E7716C5-3C1E-4318-B400-F9AA31BA0A9B}" type="presParOf" srcId="{8DE518D0-16F3-46CE-B807-9DF8BE8E5ADF}" destId="{B942EE51-7C1D-48E1-9EBC-13714DFBC4F2}" srcOrd="5" destOrd="0" presId="urn:microsoft.com/office/officeart/2005/8/layout/venn3"/>
    <dgm:cxn modelId="{6E6DB439-9E4B-4D14-8093-1AB475326AB0}" type="presParOf" srcId="{8DE518D0-16F3-46CE-B807-9DF8BE8E5ADF}" destId="{B7FEC3D9-991E-4CAF-8D85-D8D056E89DCB}" srcOrd="6" destOrd="0" presId="urn:microsoft.com/office/officeart/2005/8/layout/venn3"/>
    <dgm:cxn modelId="{E3FD3036-ED71-493B-BDDB-EF50E63EC634}" type="presParOf" srcId="{8DE518D0-16F3-46CE-B807-9DF8BE8E5ADF}" destId="{36323F8E-2A83-4B62-A6FF-9CECD6D8AD9D}" srcOrd="7" destOrd="0" presId="urn:microsoft.com/office/officeart/2005/8/layout/venn3"/>
    <dgm:cxn modelId="{3CC51583-FA5B-41D5-B9DD-6880DEE226F3}" type="presParOf" srcId="{8DE518D0-16F3-46CE-B807-9DF8BE8E5ADF}" destId="{964BF072-5159-4F4C-8B43-FA6C92882C3E}" srcOrd="8"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B79E94-AD43-4632-8DBB-53B787949A50}">
      <dsp:nvSpPr>
        <dsp:cNvPr id="0" name=""/>
        <dsp:cNvSpPr/>
      </dsp:nvSpPr>
      <dsp:spPr>
        <a:xfrm>
          <a:off x="1676408" y="599766"/>
          <a:ext cx="5791134" cy="5638817"/>
        </a:xfrm>
        <a:prstGeom prst="blockArc">
          <a:avLst>
            <a:gd name="adj1" fmla="val 10800000"/>
            <a:gd name="adj2" fmla="val 16200000"/>
            <a:gd name="adj3" fmla="val 4638"/>
          </a:avLst>
        </a:prstGeom>
        <a:solidFill>
          <a:schemeClr val="accent5">
            <a:hueOff val="-9933876"/>
            <a:satOff val="39811"/>
            <a:lumOff val="8628"/>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sp>
    <dsp:sp modelId="{87CCAA67-28F6-4C1E-A28B-0115A4CDD145}">
      <dsp:nvSpPr>
        <dsp:cNvPr id="0" name=""/>
        <dsp:cNvSpPr/>
      </dsp:nvSpPr>
      <dsp:spPr>
        <a:xfrm>
          <a:off x="1904093" y="687173"/>
          <a:ext cx="5268642" cy="5268642"/>
        </a:xfrm>
        <a:prstGeom prst="blockArc">
          <a:avLst>
            <a:gd name="adj1" fmla="val 5400000"/>
            <a:gd name="adj2" fmla="val 10800000"/>
            <a:gd name="adj3" fmla="val 4638"/>
          </a:avLst>
        </a:prstGeom>
        <a:solidFill>
          <a:schemeClr val="accent5">
            <a:hueOff val="-6622584"/>
            <a:satOff val="26541"/>
            <a:lumOff val="5752"/>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sp>
    <dsp:sp modelId="{919483CB-E78F-4DFF-82D6-039654E71BF6}">
      <dsp:nvSpPr>
        <dsp:cNvPr id="0" name=""/>
        <dsp:cNvSpPr/>
      </dsp:nvSpPr>
      <dsp:spPr>
        <a:xfrm>
          <a:off x="1904093" y="687173"/>
          <a:ext cx="5268642" cy="5268642"/>
        </a:xfrm>
        <a:prstGeom prst="blockArc">
          <a:avLst>
            <a:gd name="adj1" fmla="val 0"/>
            <a:gd name="adj2" fmla="val 5400000"/>
            <a:gd name="adj3" fmla="val 4638"/>
          </a:avLst>
        </a:prstGeom>
        <a:solidFill>
          <a:schemeClr val="accent5">
            <a:hueOff val="-3311292"/>
            <a:satOff val="13270"/>
            <a:lumOff val="2876"/>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sp>
    <dsp:sp modelId="{05E3E45B-3E56-41A8-851D-4BFEA21D700B}">
      <dsp:nvSpPr>
        <dsp:cNvPr id="0" name=""/>
        <dsp:cNvSpPr/>
      </dsp:nvSpPr>
      <dsp:spPr>
        <a:xfrm>
          <a:off x="1904093" y="687173"/>
          <a:ext cx="5268642" cy="5268642"/>
        </a:xfrm>
        <a:prstGeom prst="blockArc">
          <a:avLst>
            <a:gd name="adj1" fmla="val 16200000"/>
            <a:gd name="adj2" fmla="val 0"/>
            <a:gd name="adj3" fmla="val 4638"/>
          </a:avLst>
        </a:prstGeom>
        <a:solidFill>
          <a:schemeClr val="accent5">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sp>
    <dsp:sp modelId="{0EC2389C-8996-4C29-A0AE-C52275401DEC}">
      <dsp:nvSpPr>
        <dsp:cNvPr id="0" name=""/>
        <dsp:cNvSpPr/>
      </dsp:nvSpPr>
      <dsp:spPr>
        <a:xfrm>
          <a:off x="3326209" y="2109290"/>
          <a:ext cx="2424410" cy="2424410"/>
        </a:xfrm>
        <a:prstGeom prst="ellipse">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spc="-20" dirty="0"/>
            <a:t>Components of Database</a:t>
          </a:r>
          <a:r>
            <a:rPr lang="en-US" sz="2500" b="1" kern="1200" spc="-275" dirty="0"/>
            <a:t> </a:t>
          </a:r>
          <a:r>
            <a:rPr lang="en-US" sz="2500" b="1" kern="1200" spc="-20" dirty="0"/>
            <a:t>Systems</a:t>
          </a:r>
          <a:endParaRPr lang="en-US" sz="2500" b="1" kern="1200" dirty="0"/>
        </a:p>
      </dsp:txBody>
      <dsp:txXfrm>
        <a:off x="3681256" y="2464337"/>
        <a:ext cx="1714316" cy="1714316"/>
      </dsp:txXfrm>
    </dsp:sp>
    <dsp:sp modelId="{938F132F-801E-45DE-95A7-5BE794B7BA25}">
      <dsp:nvSpPr>
        <dsp:cNvPr id="0" name=""/>
        <dsp:cNvSpPr/>
      </dsp:nvSpPr>
      <dsp:spPr>
        <a:xfrm>
          <a:off x="3514231" y="-87393"/>
          <a:ext cx="2048367" cy="1671325"/>
        </a:xfrm>
        <a:prstGeom prst="ellipse">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spc="-110" dirty="0">
              <a:latin typeface="Cascadia Mono" panose="020B0609020000020004" pitchFamily="49" charset="0"/>
              <a:cs typeface="Cascadia Mono" panose="020B0609020000020004" pitchFamily="49" charset="0"/>
            </a:rPr>
            <a:t>Data</a:t>
          </a:r>
          <a:endParaRPr lang="en-US" sz="3200" kern="1200" dirty="0"/>
        </a:p>
      </dsp:txBody>
      <dsp:txXfrm>
        <a:off x="3814207" y="157367"/>
        <a:ext cx="1448415" cy="1181805"/>
      </dsp:txXfrm>
    </dsp:sp>
    <dsp:sp modelId="{F39B82E2-9D4C-4820-9CA0-0887F963C40A}">
      <dsp:nvSpPr>
        <dsp:cNvPr id="0" name=""/>
        <dsp:cNvSpPr/>
      </dsp:nvSpPr>
      <dsp:spPr>
        <a:xfrm>
          <a:off x="5880285" y="2422132"/>
          <a:ext cx="2462710" cy="1798725"/>
        </a:xfrm>
        <a:prstGeom prst="ellipse">
          <a:avLst/>
        </a:prstGeom>
        <a:solidFill>
          <a:schemeClr val="accent5">
            <a:hueOff val="-3311292"/>
            <a:satOff val="13270"/>
            <a:lumOff val="2876"/>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spc="-90" dirty="0">
              <a:latin typeface="Cascadia Mono" panose="020B0609020000020004" pitchFamily="49" charset="0"/>
              <a:cs typeface="Cascadia Mono" panose="020B0609020000020004" pitchFamily="49" charset="0"/>
            </a:rPr>
            <a:t>Users</a:t>
          </a:r>
          <a:endParaRPr lang="en-US" sz="3200" kern="1200" dirty="0"/>
        </a:p>
      </dsp:txBody>
      <dsp:txXfrm>
        <a:off x="6240941" y="2685549"/>
        <a:ext cx="1741398" cy="1271891"/>
      </dsp:txXfrm>
    </dsp:sp>
    <dsp:sp modelId="{477A6A07-9F4B-47B0-BEC3-2A51B7FCFB53}">
      <dsp:nvSpPr>
        <dsp:cNvPr id="0" name=""/>
        <dsp:cNvSpPr/>
      </dsp:nvSpPr>
      <dsp:spPr>
        <a:xfrm>
          <a:off x="3096034" y="4853880"/>
          <a:ext cx="2884759" cy="2081680"/>
        </a:xfrm>
        <a:prstGeom prst="ellipse">
          <a:avLst/>
        </a:prstGeom>
        <a:solidFill>
          <a:schemeClr val="accent5">
            <a:hueOff val="-6622584"/>
            <a:satOff val="26541"/>
            <a:lumOff val="5752"/>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spc="-95" dirty="0">
              <a:latin typeface="Cascadia Mono" panose="020B0609020000020004" pitchFamily="49" charset="0"/>
              <a:cs typeface="Cascadia Mono" panose="020B0609020000020004" pitchFamily="49" charset="0"/>
            </a:rPr>
            <a:t>Hardware</a:t>
          </a:r>
          <a:endParaRPr lang="en-US" sz="3200" kern="1200" dirty="0"/>
        </a:p>
      </dsp:txBody>
      <dsp:txXfrm>
        <a:off x="3518497" y="5158735"/>
        <a:ext cx="2039833" cy="1471970"/>
      </dsp:txXfrm>
    </dsp:sp>
    <dsp:sp modelId="{CCEDBE23-C6B4-4FAB-A4EC-21888EB051A9}">
      <dsp:nvSpPr>
        <dsp:cNvPr id="0" name=""/>
        <dsp:cNvSpPr/>
      </dsp:nvSpPr>
      <dsp:spPr>
        <a:xfrm>
          <a:off x="801003" y="2325983"/>
          <a:ext cx="2328369" cy="1991022"/>
        </a:xfrm>
        <a:prstGeom prst="ellipse">
          <a:avLst/>
        </a:prstGeom>
        <a:solidFill>
          <a:schemeClr val="accent5">
            <a:hueOff val="-9933876"/>
            <a:satOff val="39811"/>
            <a:lumOff val="8628"/>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Clr>
              <a:srgbClr val="9B2C1F"/>
            </a:buClr>
            <a:buSzPct val="85000"/>
            <a:buFont typeface="Arial"/>
            <a:buNone/>
          </a:pPr>
          <a:r>
            <a:rPr lang="en-US" sz="2800" kern="1200" spc="-110" dirty="0">
              <a:latin typeface="Cascadia Mono" panose="020B0609020000020004" pitchFamily="49" charset="0"/>
              <a:cs typeface="Cascadia Mono" panose="020B0609020000020004" pitchFamily="49" charset="0"/>
            </a:rPr>
            <a:t>Software</a:t>
          </a:r>
          <a:endParaRPr lang="en-US" sz="2800" kern="1200" dirty="0"/>
        </a:p>
      </dsp:txBody>
      <dsp:txXfrm>
        <a:off x="1141985" y="2617561"/>
        <a:ext cx="1646405" cy="14078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E0A466-0EFD-4CAB-81DC-FA3C21AA349B}">
      <dsp:nvSpPr>
        <dsp:cNvPr id="0" name=""/>
        <dsp:cNvSpPr/>
      </dsp:nvSpPr>
      <dsp:spPr>
        <a:xfrm>
          <a:off x="1466" y="2453227"/>
          <a:ext cx="2103945" cy="2103945"/>
        </a:xfrm>
        <a:prstGeom prst="ellipse">
          <a:avLst/>
        </a:prstGeom>
        <a:gradFill rotWithShape="0">
          <a:gsLst>
            <a:gs pos="0">
              <a:schemeClr val="accent5">
                <a:alpha val="50000"/>
                <a:hueOff val="0"/>
                <a:satOff val="0"/>
                <a:lumOff val="0"/>
                <a:alphaOff val="0"/>
                <a:shade val="51000"/>
                <a:satMod val="130000"/>
              </a:schemeClr>
            </a:gs>
            <a:gs pos="80000">
              <a:schemeClr val="accent5">
                <a:alpha val="50000"/>
                <a:hueOff val="0"/>
                <a:satOff val="0"/>
                <a:lumOff val="0"/>
                <a:alphaOff val="0"/>
                <a:shade val="93000"/>
                <a:satMod val="130000"/>
              </a:schemeClr>
            </a:gs>
            <a:gs pos="100000">
              <a:schemeClr val="accent5">
                <a:alpha val="5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tx1"/>
        </a:fontRef>
      </dsp:style>
      <dsp:txBody>
        <a:bodyPr spcFirstLastPara="0" vert="horz" wrap="square" lIns="115787" tIns="31750" rIns="115787" bIns="31750" numCol="1" spcCol="1270" anchor="ctr" anchorCtr="0">
          <a:noAutofit/>
        </a:bodyPr>
        <a:lstStyle/>
        <a:p>
          <a:pPr marL="0" lvl="0" indent="0" algn="ctr" defTabSz="1111250">
            <a:lnSpc>
              <a:spcPct val="90000"/>
            </a:lnSpc>
            <a:spcBef>
              <a:spcPct val="0"/>
            </a:spcBef>
            <a:spcAft>
              <a:spcPct val="35000"/>
            </a:spcAft>
            <a:buNone/>
          </a:pPr>
          <a:r>
            <a:rPr lang="en-US" sz="2500" kern="1200" spc="-85" dirty="0">
              <a:latin typeface="Cascadia Mono" panose="020B0609020000020004" pitchFamily="49" charset="0"/>
              <a:cs typeface="Cascadia Mono" panose="020B0609020000020004" pitchFamily="49" charset="0"/>
            </a:rPr>
            <a:t>Store</a:t>
          </a:r>
          <a:endParaRPr lang="en-US" sz="2500" kern="1200" dirty="0"/>
        </a:p>
      </dsp:txBody>
      <dsp:txXfrm>
        <a:off x="309582" y="2761343"/>
        <a:ext cx="1487713" cy="1487713"/>
      </dsp:txXfrm>
    </dsp:sp>
    <dsp:sp modelId="{397BC995-8118-4CD7-8730-7EBB3E31ECB0}">
      <dsp:nvSpPr>
        <dsp:cNvPr id="0" name=""/>
        <dsp:cNvSpPr/>
      </dsp:nvSpPr>
      <dsp:spPr>
        <a:xfrm>
          <a:off x="1684623" y="2453227"/>
          <a:ext cx="2103945" cy="2103945"/>
        </a:xfrm>
        <a:prstGeom prst="ellipse">
          <a:avLst/>
        </a:prstGeom>
        <a:gradFill rotWithShape="0">
          <a:gsLst>
            <a:gs pos="0">
              <a:schemeClr val="accent5">
                <a:alpha val="50000"/>
                <a:hueOff val="-2483469"/>
                <a:satOff val="9953"/>
                <a:lumOff val="2157"/>
                <a:alphaOff val="0"/>
                <a:shade val="51000"/>
                <a:satMod val="130000"/>
              </a:schemeClr>
            </a:gs>
            <a:gs pos="80000">
              <a:schemeClr val="accent5">
                <a:alpha val="50000"/>
                <a:hueOff val="-2483469"/>
                <a:satOff val="9953"/>
                <a:lumOff val="2157"/>
                <a:alphaOff val="0"/>
                <a:shade val="93000"/>
                <a:satMod val="130000"/>
              </a:schemeClr>
            </a:gs>
            <a:gs pos="100000">
              <a:schemeClr val="accent5">
                <a:alpha val="50000"/>
                <a:hueOff val="-2483469"/>
                <a:satOff val="9953"/>
                <a:lumOff val="2157"/>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tx1"/>
        </a:fontRef>
      </dsp:style>
      <dsp:txBody>
        <a:bodyPr spcFirstLastPara="0" vert="horz" wrap="square" lIns="115787" tIns="31750" rIns="115787" bIns="31750" numCol="1" spcCol="1270" anchor="ctr" anchorCtr="0">
          <a:noAutofit/>
        </a:bodyPr>
        <a:lstStyle/>
        <a:p>
          <a:pPr marL="0" lvl="0" indent="0" algn="ctr" defTabSz="1111250">
            <a:lnSpc>
              <a:spcPct val="90000"/>
            </a:lnSpc>
            <a:spcBef>
              <a:spcPct val="0"/>
            </a:spcBef>
            <a:spcAft>
              <a:spcPct val="35000"/>
            </a:spcAft>
            <a:buNone/>
          </a:pPr>
          <a:r>
            <a:rPr lang="en-US" sz="2500" kern="1200" spc="-90" dirty="0">
              <a:latin typeface="Cascadia Mono" panose="020B0609020000020004" pitchFamily="49" charset="0"/>
              <a:cs typeface="Cascadia Mono" panose="020B0609020000020004" pitchFamily="49" charset="0"/>
            </a:rPr>
            <a:t>Update</a:t>
          </a:r>
          <a:endParaRPr lang="en-US" sz="2500" kern="1200" dirty="0"/>
        </a:p>
      </dsp:txBody>
      <dsp:txXfrm>
        <a:off x="1992739" y="2761343"/>
        <a:ext cx="1487713" cy="1487713"/>
      </dsp:txXfrm>
    </dsp:sp>
    <dsp:sp modelId="{38A79269-F227-4ABF-A15D-F1C28B3597B1}">
      <dsp:nvSpPr>
        <dsp:cNvPr id="0" name=""/>
        <dsp:cNvSpPr/>
      </dsp:nvSpPr>
      <dsp:spPr>
        <a:xfrm>
          <a:off x="3367780" y="2362199"/>
          <a:ext cx="2283454" cy="2286000"/>
        </a:xfrm>
        <a:prstGeom prst="ellipse">
          <a:avLst/>
        </a:prstGeom>
        <a:gradFill rotWithShape="0">
          <a:gsLst>
            <a:gs pos="0">
              <a:schemeClr val="accent5">
                <a:alpha val="50000"/>
                <a:hueOff val="-4966938"/>
                <a:satOff val="19906"/>
                <a:lumOff val="4314"/>
                <a:alphaOff val="0"/>
                <a:shade val="51000"/>
                <a:satMod val="130000"/>
              </a:schemeClr>
            </a:gs>
            <a:gs pos="80000">
              <a:schemeClr val="accent5">
                <a:alpha val="50000"/>
                <a:hueOff val="-4966938"/>
                <a:satOff val="19906"/>
                <a:lumOff val="4314"/>
                <a:alphaOff val="0"/>
                <a:shade val="93000"/>
                <a:satMod val="130000"/>
              </a:schemeClr>
            </a:gs>
            <a:gs pos="100000">
              <a:schemeClr val="accent5">
                <a:alpha val="50000"/>
                <a:hueOff val="-4966938"/>
                <a:satOff val="19906"/>
                <a:lumOff val="4314"/>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tx1"/>
        </a:fontRef>
      </dsp:style>
      <dsp:txBody>
        <a:bodyPr spcFirstLastPara="0" vert="horz" wrap="square" lIns="115787" tIns="30480" rIns="115787" bIns="30480" numCol="1" spcCol="1270" anchor="ctr" anchorCtr="0">
          <a:noAutofit/>
        </a:bodyPr>
        <a:lstStyle/>
        <a:p>
          <a:pPr marL="0" lvl="0" indent="0" algn="ctr" defTabSz="1066800">
            <a:lnSpc>
              <a:spcPct val="90000"/>
            </a:lnSpc>
            <a:spcBef>
              <a:spcPct val="0"/>
            </a:spcBef>
            <a:spcAft>
              <a:spcPct val="35000"/>
            </a:spcAft>
            <a:buNone/>
          </a:pPr>
          <a:r>
            <a:rPr lang="en-US" sz="2400" kern="1200" spc="-80" dirty="0">
              <a:latin typeface="Cascadia Mono" panose="020B0609020000020004" pitchFamily="49" charset="0"/>
              <a:cs typeface="Cascadia Mono" panose="020B0609020000020004" pitchFamily="49" charset="0"/>
            </a:rPr>
            <a:t>Retrieve</a:t>
          </a:r>
          <a:endParaRPr lang="en-US" sz="2400" kern="1200" dirty="0"/>
        </a:p>
      </dsp:txBody>
      <dsp:txXfrm>
        <a:off x="3702184" y="2696976"/>
        <a:ext cx="1614646" cy="1616446"/>
      </dsp:txXfrm>
    </dsp:sp>
    <dsp:sp modelId="{B7FEC3D9-991E-4CAF-8D85-D8D056E89DCB}">
      <dsp:nvSpPr>
        <dsp:cNvPr id="0" name=""/>
        <dsp:cNvSpPr/>
      </dsp:nvSpPr>
      <dsp:spPr>
        <a:xfrm>
          <a:off x="5230446" y="2309222"/>
          <a:ext cx="2381330" cy="2391955"/>
        </a:xfrm>
        <a:prstGeom prst="ellipse">
          <a:avLst/>
        </a:prstGeom>
        <a:gradFill rotWithShape="0">
          <a:gsLst>
            <a:gs pos="0">
              <a:schemeClr val="accent5">
                <a:alpha val="50000"/>
                <a:hueOff val="-7450407"/>
                <a:satOff val="29858"/>
                <a:lumOff val="6471"/>
                <a:alphaOff val="0"/>
                <a:shade val="51000"/>
                <a:satMod val="130000"/>
              </a:schemeClr>
            </a:gs>
            <a:gs pos="80000">
              <a:schemeClr val="accent5">
                <a:alpha val="50000"/>
                <a:hueOff val="-7450407"/>
                <a:satOff val="29858"/>
                <a:lumOff val="6471"/>
                <a:alphaOff val="0"/>
                <a:shade val="93000"/>
                <a:satMod val="130000"/>
              </a:schemeClr>
            </a:gs>
            <a:gs pos="100000">
              <a:schemeClr val="accent5">
                <a:alpha val="50000"/>
                <a:hueOff val="-7450407"/>
                <a:satOff val="29858"/>
                <a:lumOff val="6471"/>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tx1"/>
        </a:fontRef>
      </dsp:style>
      <dsp:txBody>
        <a:bodyPr spcFirstLastPara="0" vert="horz" wrap="square" lIns="115787" tIns="30480" rIns="115787" bIns="30480" numCol="1" spcCol="1270" anchor="ctr" anchorCtr="0">
          <a:noAutofit/>
        </a:bodyPr>
        <a:lstStyle/>
        <a:p>
          <a:pPr marL="0" lvl="0" indent="0" algn="ctr" defTabSz="1066800">
            <a:lnSpc>
              <a:spcPct val="90000"/>
            </a:lnSpc>
            <a:spcBef>
              <a:spcPct val="0"/>
            </a:spcBef>
            <a:spcAft>
              <a:spcPct val="35000"/>
            </a:spcAft>
            <a:buNone/>
          </a:pPr>
          <a:r>
            <a:rPr lang="en-US" sz="2400" kern="1200" spc="-90" dirty="0">
              <a:latin typeface="Cascadia Mono" panose="020B0609020000020004" pitchFamily="49" charset="0"/>
              <a:cs typeface="Cascadia Mono" panose="020B0609020000020004" pitchFamily="49" charset="0"/>
            </a:rPr>
            <a:t>Organize</a:t>
          </a:r>
          <a:endParaRPr lang="en-US" sz="2400" kern="1200" dirty="0"/>
        </a:p>
      </dsp:txBody>
      <dsp:txXfrm>
        <a:off x="5579184" y="2659516"/>
        <a:ext cx="1683854" cy="1691367"/>
      </dsp:txXfrm>
    </dsp:sp>
    <dsp:sp modelId="{964BF072-5159-4F4C-8B43-FA6C92882C3E}">
      <dsp:nvSpPr>
        <dsp:cNvPr id="0" name=""/>
        <dsp:cNvSpPr/>
      </dsp:nvSpPr>
      <dsp:spPr>
        <a:xfrm>
          <a:off x="7190987" y="2453227"/>
          <a:ext cx="2103945" cy="2103945"/>
        </a:xfrm>
        <a:prstGeom prst="ellipse">
          <a:avLst/>
        </a:prstGeom>
        <a:gradFill rotWithShape="0">
          <a:gsLst>
            <a:gs pos="0">
              <a:schemeClr val="accent5">
                <a:alpha val="50000"/>
                <a:hueOff val="-9933876"/>
                <a:satOff val="39811"/>
                <a:lumOff val="8628"/>
                <a:alphaOff val="0"/>
                <a:shade val="51000"/>
                <a:satMod val="130000"/>
              </a:schemeClr>
            </a:gs>
            <a:gs pos="80000">
              <a:schemeClr val="accent5">
                <a:alpha val="50000"/>
                <a:hueOff val="-9933876"/>
                <a:satOff val="39811"/>
                <a:lumOff val="8628"/>
                <a:alphaOff val="0"/>
                <a:shade val="93000"/>
                <a:satMod val="130000"/>
              </a:schemeClr>
            </a:gs>
            <a:gs pos="100000">
              <a:schemeClr val="accent5">
                <a:alpha val="50000"/>
                <a:hueOff val="-9933876"/>
                <a:satOff val="39811"/>
                <a:lumOff val="862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tx1"/>
        </a:fontRef>
      </dsp:style>
      <dsp:txBody>
        <a:bodyPr spcFirstLastPara="0" vert="horz" wrap="square" lIns="115787" tIns="31750" rIns="115787" bIns="31750" numCol="1" spcCol="1270" anchor="ctr" anchorCtr="0">
          <a:noAutofit/>
        </a:bodyPr>
        <a:lstStyle/>
        <a:p>
          <a:pPr marL="0" lvl="0" indent="0" algn="ctr" defTabSz="1111250">
            <a:lnSpc>
              <a:spcPct val="90000"/>
            </a:lnSpc>
            <a:spcBef>
              <a:spcPct val="0"/>
            </a:spcBef>
            <a:spcAft>
              <a:spcPct val="35000"/>
            </a:spcAft>
            <a:buNone/>
          </a:pPr>
          <a:r>
            <a:rPr lang="en-US" sz="2500" kern="1200" spc="-90" dirty="0">
              <a:latin typeface="Cascadia Mono" panose="020B0609020000020004" pitchFamily="49" charset="0"/>
              <a:cs typeface="Cascadia Mono" panose="020B0609020000020004" pitchFamily="49" charset="0"/>
            </a:rPr>
            <a:t>Protect</a:t>
          </a:r>
          <a:endParaRPr lang="en-US" sz="2500" kern="1200" dirty="0"/>
        </a:p>
      </dsp:txBody>
      <dsp:txXfrm>
        <a:off x="7499103" y="2761343"/>
        <a:ext cx="1487713" cy="1487713"/>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D9A1EE49-EF81-43FD-BFE7-8942D11F397A}" type="datetimeFigureOut">
              <a:rPr lang="en-US" smtClean="0"/>
              <a:t>10/13/2022</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8AC5EF8F-BEEF-4639-8B0C-385616DE9159}" type="slidenum">
              <a:rPr lang="en-US" smtClean="0"/>
              <a:t>‹#›</a:t>
            </a:fld>
            <a:endParaRPr lang="en-US"/>
          </a:p>
        </p:txBody>
      </p:sp>
    </p:spTree>
    <p:extLst>
      <p:ext uri="{BB962C8B-B14F-4D97-AF65-F5344CB8AC3E}">
        <p14:creationId xmlns:p14="http://schemas.microsoft.com/office/powerpoint/2010/main" val="27683053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arial" panose="020B0604020202020204" pitchFamily="34" charset="0"/>
              </a:rPr>
              <a:t>Think of data that fits neatly within fixed fields and columns in relational databases and spreadsheets. Examples of structured data include </a:t>
            </a:r>
            <a:r>
              <a:rPr lang="en-US" b="1" i="0" dirty="0">
                <a:solidFill>
                  <a:srgbClr val="202124"/>
                </a:solidFill>
                <a:effectLst/>
                <a:latin typeface="arial" panose="020B0604020202020204" pitchFamily="34" charset="0"/>
              </a:rPr>
              <a:t>names, dates, addresses, credit card numbers, stock information, geolocation</a:t>
            </a:r>
            <a:r>
              <a:rPr lang="en-US" b="0" i="0" dirty="0">
                <a:solidFill>
                  <a:srgbClr val="202124"/>
                </a:solidFill>
                <a:effectLst/>
                <a:latin typeface="arial" panose="020B0604020202020204" pitchFamily="34" charset="0"/>
              </a:rPr>
              <a:t>, and more. Structured data is highly organized and easily understood by machine language.</a:t>
            </a:r>
            <a:endParaRPr lang="en-US" dirty="0"/>
          </a:p>
        </p:txBody>
      </p:sp>
      <p:sp>
        <p:nvSpPr>
          <p:cNvPr id="4" name="Slide Number Placeholder 3"/>
          <p:cNvSpPr>
            <a:spLocks noGrp="1"/>
          </p:cNvSpPr>
          <p:nvPr>
            <p:ph type="sldNum" sz="quarter" idx="5"/>
          </p:nvPr>
        </p:nvSpPr>
        <p:spPr/>
        <p:txBody>
          <a:bodyPr/>
          <a:lstStyle/>
          <a:p>
            <a:fld id="{8AC5EF8F-BEEF-4639-8B0C-385616DE9159}" type="slidenum">
              <a:rPr lang="en-US" smtClean="0"/>
              <a:t>3</a:t>
            </a:fld>
            <a:endParaRPr lang="en-US"/>
          </a:p>
        </p:txBody>
      </p:sp>
    </p:spTree>
    <p:extLst>
      <p:ext uri="{BB962C8B-B14F-4D97-AF65-F5344CB8AC3E}">
        <p14:creationId xmlns:p14="http://schemas.microsoft.com/office/powerpoint/2010/main" val="37573321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202124"/>
                </a:solidFill>
                <a:effectLst/>
                <a:latin typeface="arial" panose="020B0604020202020204" pitchFamily="34" charset="0"/>
              </a:rPr>
              <a:t>Structured data is easier to search and analyze, while unstructured data requires more effort to process</a:t>
            </a:r>
            <a:r>
              <a:rPr lang="en-US" b="0" i="0" dirty="0">
                <a:solidFill>
                  <a:srgbClr val="202124"/>
                </a:solidFill>
                <a:effectLst/>
                <a:latin typeface="arial" panose="020B0604020202020204" pitchFamily="34" charset="0"/>
              </a:rPr>
              <a:t>. Structured data media is much richer, while unstructured data media is much more sparse. Structured data comes in formats like audio and video, while unstructured data is found in tabular and Excel. data formats.</a:t>
            </a:r>
            <a:endParaRPr lang="en-US" dirty="0"/>
          </a:p>
        </p:txBody>
      </p:sp>
      <p:sp>
        <p:nvSpPr>
          <p:cNvPr id="4" name="Slide Number Placeholder 3"/>
          <p:cNvSpPr>
            <a:spLocks noGrp="1"/>
          </p:cNvSpPr>
          <p:nvPr>
            <p:ph type="sldNum" sz="quarter" idx="5"/>
          </p:nvPr>
        </p:nvSpPr>
        <p:spPr/>
        <p:txBody>
          <a:bodyPr/>
          <a:lstStyle/>
          <a:p>
            <a:fld id="{8AC5EF8F-BEEF-4639-8B0C-385616DE9159}" type="slidenum">
              <a:rPr lang="en-US" smtClean="0"/>
              <a:t>4</a:t>
            </a:fld>
            <a:endParaRPr lang="en-US"/>
          </a:p>
        </p:txBody>
      </p:sp>
    </p:spTree>
    <p:extLst>
      <p:ext uri="{BB962C8B-B14F-4D97-AF65-F5344CB8AC3E}">
        <p14:creationId xmlns:p14="http://schemas.microsoft.com/office/powerpoint/2010/main" val="35994583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D5156"/>
                </a:solidFill>
                <a:effectLst/>
                <a:latin typeface="arial" panose="020B0604020202020204" pitchFamily="34" charset="0"/>
              </a:rPr>
              <a:t> a database is an organized collection of data stored and accessed electronically. Small databases can be stored on a file system, while large databases are hosted on computer clusters or cloud storage. </a:t>
            </a:r>
            <a:endParaRPr lang="en-US" dirty="0"/>
          </a:p>
        </p:txBody>
      </p:sp>
      <p:sp>
        <p:nvSpPr>
          <p:cNvPr id="4" name="Slide Number Placeholder 3"/>
          <p:cNvSpPr>
            <a:spLocks noGrp="1"/>
          </p:cNvSpPr>
          <p:nvPr>
            <p:ph type="sldNum" sz="quarter" idx="5"/>
          </p:nvPr>
        </p:nvSpPr>
        <p:spPr/>
        <p:txBody>
          <a:bodyPr/>
          <a:lstStyle/>
          <a:p>
            <a:fld id="{8AC5EF8F-BEEF-4639-8B0C-385616DE9159}" type="slidenum">
              <a:rPr lang="en-US" smtClean="0"/>
              <a:t>6</a:t>
            </a:fld>
            <a:endParaRPr lang="en-US"/>
          </a:p>
        </p:txBody>
      </p:sp>
    </p:spTree>
    <p:extLst>
      <p:ext uri="{BB962C8B-B14F-4D97-AF65-F5344CB8AC3E}">
        <p14:creationId xmlns:p14="http://schemas.microsoft.com/office/powerpoint/2010/main" val="15722667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61340" lvl="1" indent="-229235">
              <a:lnSpc>
                <a:spcPct val="100000"/>
              </a:lnSpc>
              <a:spcBef>
                <a:spcPts val="450"/>
              </a:spcBef>
              <a:buClr>
                <a:srgbClr val="9B2C1F"/>
              </a:buClr>
              <a:buSzPct val="85000"/>
              <a:buFont typeface="Arial"/>
              <a:buChar char=""/>
              <a:tabLst>
                <a:tab pos="561340" algn="l"/>
              </a:tabLst>
            </a:pPr>
            <a:r>
              <a:rPr lang="en-US" sz="1200" spc="-90" dirty="0">
                <a:latin typeface="Times New Roman"/>
                <a:cs typeface="Times New Roman"/>
              </a:rPr>
              <a:t>Persistence</a:t>
            </a:r>
            <a:endParaRPr lang="en-US" sz="1200" dirty="0">
              <a:latin typeface="Times New Roman"/>
              <a:cs typeface="Times New Roman"/>
            </a:endParaRPr>
          </a:p>
          <a:p>
            <a:pPr marL="561340" lvl="1" indent="-229235">
              <a:lnSpc>
                <a:spcPct val="100000"/>
              </a:lnSpc>
              <a:spcBef>
                <a:spcPts val="409"/>
              </a:spcBef>
              <a:buClr>
                <a:srgbClr val="9B2C1F"/>
              </a:buClr>
              <a:buSzPct val="85000"/>
              <a:buFont typeface="Arial"/>
              <a:buChar char=""/>
              <a:tabLst>
                <a:tab pos="561340" algn="l"/>
              </a:tabLst>
            </a:pPr>
            <a:r>
              <a:rPr lang="en-US" sz="1200" spc="-80" dirty="0">
                <a:latin typeface="Times New Roman"/>
                <a:cs typeface="Times New Roman"/>
              </a:rPr>
              <a:t>Concurrency</a:t>
            </a:r>
            <a:endParaRPr lang="en-US" sz="1200" dirty="0">
              <a:latin typeface="Times New Roman"/>
              <a:cs typeface="Times New Roman"/>
            </a:endParaRPr>
          </a:p>
          <a:p>
            <a:pPr marL="561340" lvl="1" indent="-229235">
              <a:lnSpc>
                <a:spcPct val="100000"/>
              </a:lnSpc>
              <a:spcBef>
                <a:spcPts val="395"/>
              </a:spcBef>
              <a:buClr>
                <a:srgbClr val="9B2C1F"/>
              </a:buClr>
              <a:buSzPct val="85000"/>
              <a:buFont typeface="Arial"/>
              <a:buChar char=""/>
              <a:tabLst>
                <a:tab pos="561340" algn="l"/>
              </a:tabLst>
            </a:pPr>
            <a:r>
              <a:rPr lang="en-US" sz="1200" spc="-70" dirty="0">
                <a:latin typeface="Times New Roman"/>
                <a:cs typeface="Times New Roman"/>
              </a:rPr>
              <a:t>Integrity</a:t>
            </a:r>
            <a:endParaRPr lang="en-US" sz="1200" dirty="0">
              <a:latin typeface="Times New Roman"/>
              <a:cs typeface="Times New Roman"/>
            </a:endParaRPr>
          </a:p>
          <a:p>
            <a:pPr marL="561340" lvl="1" indent="-229235">
              <a:lnSpc>
                <a:spcPct val="100000"/>
              </a:lnSpc>
              <a:spcBef>
                <a:spcPts val="400"/>
              </a:spcBef>
              <a:buClr>
                <a:srgbClr val="9B2C1F"/>
              </a:buClr>
              <a:buSzPct val="85000"/>
              <a:buFont typeface="Arial"/>
              <a:buChar char=""/>
              <a:tabLst>
                <a:tab pos="561340" algn="l"/>
              </a:tabLst>
            </a:pPr>
            <a:r>
              <a:rPr lang="en-US" sz="1200" spc="-95" dirty="0">
                <a:latin typeface="Times New Roman"/>
                <a:cs typeface="Times New Roman"/>
              </a:rPr>
              <a:t>Security</a:t>
            </a:r>
            <a:endParaRPr lang="en-US" sz="1200" dirty="0">
              <a:latin typeface="Times New Roman"/>
              <a:cs typeface="Times New Roman"/>
            </a:endParaRPr>
          </a:p>
          <a:p>
            <a:pPr marL="561340" lvl="1" indent="-229235">
              <a:lnSpc>
                <a:spcPct val="100000"/>
              </a:lnSpc>
              <a:spcBef>
                <a:spcPts val="405"/>
              </a:spcBef>
              <a:buClr>
                <a:srgbClr val="9B2C1F"/>
              </a:buClr>
              <a:buSzPct val="85000"/>
              <a:buFont typeface="Arial"/>
              <a:buChar char=""/>
              <a:tabLst>
                <a:tab pos="561340" algn="l"/>
              </a:tabLst>
            </a:pPr>
            <a:r>
              <a:rPr lang="en-US" sz="1200" spc="-110" dirty="0">
                <a:latin typeface="Times New Roman"/>
                <a:cs typeface="Times New Roman"/>
              </a:rPr>
              <a:t>Data</a:t>
            </a:r>
            <a:r>
              <a:rPr lang="en-US" sz="1200" spc="-55" dirty="0">
                <a:latin typeface="Times New Roman"/>
                <a:cs typeface="Times New Roman"/>
              </a:rPr>
              <a:t> </a:t>
            </a:r>
            <a:r>
              <a:rPr lang="en-US" sz="1200" spc="-90" dirty="0">
                <a:latin typeface="Times New Roman"/>
                <a:cs typeface="Times New Roman"/>
              </a:rPr>
              <a:t>independence</a:t>
            </a:r>
            <a:endParaRPr lang="en-US" sz="1200" dirty="0">
              <a:latin typeface="Times New Roman"/>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02124"/>
                </a:solidFill>
                <a:effectLst/>
                <a:latin typeface="arial" panose="020B0604020202020204" pitchFamily="34" charset="0"/>
              </a:rPr>
              <a:t>Data concurrency is </a:t>
            </a:r>
            <a:r>
              <a:rPr lang="en-US" b="1" i="0" dirty="0">
                <a:solidFill>
                  <a:srgbClr val="202124"/>
                </a:solidFill>
                <a:effectLst/>
                <a:latin typeface="arial" panose="020B0604020202020204" pitchFamily="34" charset="0"/>
              </a:rPr>
              <a:t>the ability to allow multiple users to affect multiple transaction within a database</a:t>
            </a:r>
            <a:r>
              <a:rPr lang="en-US" b="0" i="0" dirty="0">
                <a:solidFill>
                  <a:srgbClr val="202124"/>
                </a:solidFill>
                <a:effectLst/>
                <a:latin typeface="arial" panose="020B0604020202020204" pitchFamily="34" charset="0"/>
              </a:rPr>
              <a:t>. Simply, data concurrency allows multiple users to access data all at the same time. The ability to offer concurrency is unique to databases.</a:t>
            </a:r>
            <a:endParaRPr lang="en-US" dirty="0"/>
          </a:p>
          <a:p>
            <a:endParaRPr lang="en-US" dirty="0"/>
          </a:p>
        </p:txBody>
      </p:sp>
      <p:sp>
        <p:nvSpPr>
          <p:cNvPr id="4" name="Slide Number Placeholder 3"/>
          <p:cNvSpPr>
            <a:spLocks noGrp="1"/>
          </p:cNvSpPr>
          <p:nvPr>
            <p:ph type="sldNum" sz="quarter" idx="5"/>
          </p:nvPr>
        </p:nvSpPr>
        <p:spPr/>
        <p:txBody>
          <a:bodyPr/>
          <a:lstStyle/>
          <a:p>
            <a:fld id="{8AC5EF8F-BEEF-4639-8B0C-385616DE9159}" type="slidenum">
              <a:rPr lang="en-US" smtClean="0"/>
              <a:t>13</a:t>
            </a:fld>
            <a:endParaRPr lang="en-US"/>
          </a:p>
        </p:txBody>
      </p:sp>
    </p:spTree>
    <p:extLst>
      <p:ext uri="{BB962C8B-B14F-4D97-AF65-F5344CB8AC3E}">
        <p14:creationId xmlns:p14="http://schemas.microsoft.com/office/powerpoint/2010/main" val="33410457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AC5EF8F-BEEF-4639-8B0C-385616DE9159}" type="slidenum">
              <a:rPr lang="en-US" smtClean="0"/>
              <a:t>14</a:t>
            </a:fld>
            <a:endParaRPr lang="en-US"/>
          </a:p>
        </p:txBody>
      </p:sp>
    </p:spTree>
    <p:extLst>
      <p:ext uri="{BB962C8B-B14F-4D97-AF65-F5344CB8AC3E}">
        <p14:creationId xmlns:p14="http://schemas.microsoft.com/office/powerpoint/2010/main" val="42156267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arial" panose="020B0604020202020204" pitchFamily="34" charset="0"/>
              </a:rPr>
              <a:t>Transaction Control Language commands are </a:t>
            </a:r>
            <a:r>
              <a:rPr lang="en-US" b="1" i="0" dirty="0">
                <a:solidFill>
                  <a:srgbClr val="202124"/>
                </a:solidFill>
                <a:effectLst/>
                <a:latin typeface="arial" panose="020B0604020202020204" pitchFamily="34" charset="0"/>
              </a:rPr>
              <a:t>used to manage transactions in the database</a:t>
            </a:r>
            <a:r>
              <a:rPr lang="en-US" b="0" i="0" dirty="0">
                <a:solidFill>
                  <a:srgbClr val="202124"/>
                </a:solidFill>
                <a:effectLst/>
                <a:latin typeface="arial" panose="020B0604020202020204" pitchFamily="34" charset="0"/>
              </a:rPr>
              <a:t>. These are used to manage the changes made by DML-statements. It also allows statements to be grouped together into logical transactions</a:t>
            </a:r>
            <a:endParaRPr lang="en-US" dirty="0"/>
          </a:p>
        </p:txBody>
      </p:sp>
      <p:sp>
        <p:nvSpPr>
          <p:cNvPr id="4" name="Slide Number Placeholder 3"/>
          <p:cNvSpPr>
            <a:spLocks noGrp="1"/>
          </p:cNvSpPr>
          <p:nvPr>
            <p:ph type="sldNum" sz="quarter" idx="5"/>
          </p:nvPr>
        </p:nvSpPr>
        <p:spPr/>
        <p:txBody>
          <a:bodyPr/>
          <a:lstStyle/>
          <a:p>
            <a:fld id="{8AC5EF8F-BEEF-4639-8B0C-385616DE9159}" type="slidenum">
              <a:rPr lang="en-US" smtClean="0"/>
              <a:t>16</a:t>
            </a:fld>
            <a:endParaRPr lang="en-US"/>
          </a:p>
        </p:txBody>
      </p:sp>
    </p:spTree>
    <p:extLst>
      <p:ext uri="{BB962C8B-B14F-4D97-AF65-F5344CB8AC3E}">
        <p14:creationId xmlns:p14="http://schemas.microsoft.com/office/powerpoint/2010/main" val="39026580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10/13/2022</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4007" y="70103"/>
            <a:ext cx="9013190" cy="6693534"/>
          </a:xfrm>
          <a:custGeom>
            <a:avLst/>
            <a:gdLst/>
            <a:ahLst/>
            <a:cxnLst/>
            <a:rect l="l" t="t" r="r" b="b"/>
            <a:pathLst>
              <a:path w="9013190" h="6693534">
                <a:moveTo>
                  <a:pt x="0" y="329946"/>
                </a:moveTo>
                <a:lnTo>
                  <a:pt x="3577" y="281184"/>
                </a:lnTo>
                <a:lnTo>
                  <a:pt x="13968" y="234645"/>
                </a:lnTo>
                <a:lnTo>
                  <a:pt x="30664" y="190840"/>
                </a:lnTo>
                <a:lnTo>
                  <a:pt x="53153" y="150277"/>
                </a:lnTo>
                <a:lnTo>
                  <a:pt x="80925" y="113468"/>
                </a:lnTo>
                <a:lnTo>
                  <a:pt x="113469" y="80923"/>
                </a:lnTo>
                <a:lnTo>
                  <a:pt x="150276" y="53151"/>
                </a:lnTo>
                <a:lnTo>
                  <a:pt x="190835" y="30662"/>
                </a:lnTo>
                <a:lnTo>
                  <a:pt x="234636" y="13967"/>
                </a:lnTo>
                <a:lnTo>
                  <a:pt x="281168" y="3576"/>
                </a:lnTo>
                <a:lnTo>
                  <a:pt x="329920" y="0"/>
                </a:lnTo>
                <a:lnTo>
                  <a:pt x="8682990" y="0"/>
                </a:lnTo>
                <a:lnTo>
                  <a:pt x="8731751" y="3576"/>
                </a:lnTo>
                <a:lnTo>
                  <a:pt x="8778290" y="13967"/>
                </a:lnTo>
                <a:lnTo>
                  <a:pt x="8822095" y="30662"/>
                </a:lnTo>
                <a:lnTo>
                  <a:pt x="8862658" y="53151"/>
                </a:lnTo>
                <a:lnTo>
                  <a:pt x="8899467" y="80923"/>
                </a:lnTo>
                <a:lnTo>
                  <a:pt x="8932012" y="113468"/>
                </a:lnTo>
                <a:lnTo>
                  <a:pt x="8959784" y="150277"/>
                </a:lnTo>
                <a:lnTo>
                  <a:pt x="8982273" y="190840"/>
                </a:lnTo>
                <a:lnTo>
                  <a:pt x="8998968" y="234645"/>
                </a:lnTo>
                <a:lnTo>
                  <a:pt x="9009359" y="281184"/>
                </a:lnTo>
                <a:lnTo>
                  <a:pt x="9012936" y="329946"/>
                </a:lnTo>
                <a:lnTo>
                  <a:pt x="9012936" y="6363487"/>
                </a:lnTo>
                <a:lnTo>
                  <a:pt x="9009359" y="6412239"/>
                </a:lnTo>
                <a:lnTo>
                  <a:pt x="8998968" y="6458771"/>
                </a:lnTo>
                <a:lnTo>
                  <a:pt x="8982273" y="6502572"/>
                </a:lnTo>
                <a:lnTo>
                  <a:pt x="8959784" y="6543131"/>
                </a:lnTo>
                <a:lnTo>
                  <a:pt x="8932012" y="6579938"/>
                </a:lnTo>
                <a:lnTo>
                  <a:pt x="8899467" y="6612482"/>
                </a:lnTo>
                <a:lnTo>
                  <a:pt x="8862658" y="6640254"/>
                </a:lnTo>
                <a:lnTo>
                  <a:pt x="8822095" y="6662743"/>
                </a:lnTo>
                <a:lnTo>
                  <a:pt x="8778290" y="6679439"/>
                </a:lnTo>
                <a:lnTo>
                  <a:pt x="8731751" y="6689830"/>
                </a:lnTo>
                <a:lnTo>
                  <a:pt x="8682990" y="6693408"/>
                </a:lnTo>
                <a:lnTo>
                  <a:pt x="329920" y="6693408"/>
                </a:lnTo>
                <a:lnTo>
                  <a:pt x="281168" y="6689830"/>
                </a:lnTo>
                <a:lnTo>
                  <a:pt x="234636" y="6679439"/>
                </a:lnTo>
                <a:lnTo>
                  <a:pt x="190835" y="6662743"/>
                </a:lnTo>
                <a:lnTo>
                  <a:pt x="150276" y="6640254"/>
                </a:lnTo>
                <a:lnTo>
                  <a:pt x="113469" y="6612482"/>
                </a:lnTo>
                <a:lnTo>
                  <a:pt x="80925" y="6579938"/>
                </a:lnTo>
                <a:lnTo>
                  <a:pt x="53153" y="6543131"/>
                </a:lnTo>
                <a:lnTo>
                  <a:pt x="30664" y="6502572"/>
                </a:lnTo>
                <a:lnTo>
                  <a:pt x="13968" y="6458771"/>
                </a:lnTo>
                <a:lnTo>
                  <a:pt x="3577" y="6412239"/>
                </a:lnTo>
                <a:lnTo>
                  <a:pt x="0" y="6363487"/>
                </a:lnTo>
                <a:lnTo>
                  <a:pt x="0" y="329946"/>
                </a:lnTo>
                <a:close/>
              </a:path>
            </a:pathLst>
          </a:custGeom>
          <a:ln w="6095">
            <a:solidFill>
              <a:srgbClr val="000000"/>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000" b="0" i="0">
                <a:solidFill>
                  <a:srgbClr val="696363"/>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26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10/13/2022</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696363"/>
                </a:solidFill>
                <a:latin typeface="Trebuchet MS"/>
                <a:cs typeface="Trebuchet MS"/>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10/13/2022</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19615" cy="6857997"/>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000" b="0" i="0">
                <a:solidFill>
                  <a:srgbClr val="696363"/>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10/13/2022</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10/13/2022</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93444" y="688974"/>
            <a:ext cx="7157110" cy="635000"/>
          </a:xfrm>
          <a:prstGeom prst="rect">
            <a:avLst/>
          </a:prstGeom>
        </p:spPr>
        <p:txBody>
          <a:bodyPr wrap="square" lIns="0" tIns="0" rIns="0" bIns="0">
            <a:spAutoFit/>
          </a:bodyPr>
          <a:lstStyle>
            <a:lvl1pPr>
              <a:defRPr sz="4000" b="0" i="0">
                <a:solidFill>
                  <a:srgbClr val="696363"/>
                </a:solidFill>
                <a:latin typeface="Trebuchet MS"/>
                <a:cs typeface="Trebuchet MS"/>
              </a:defRPr>
            </a:lvl1pPr>
          </a:lstStyle>
          <a:p>
            <a:endParaRPr/>
          </a:p>
        </p:txBody>
      </p:sp>
      <p:sp>
        <p:nvSpPr>
          <p:cNvPr id="3" name="Holder 3"/>
          <p:cNvSpPr>
            <a:spLocks noGrp="1"/>
          </p:cNvSpPr>
          <p:nvPr>
            <p:ph type="body" idx="1"/>
          </p:nvPr>
        </p:nvSpPr>
        <p:spPr>
          <a:xfrm>
            <a:off x="535635" y="1370458"/>
            <a:ext cx="8072729" cy="3994785"/>
          </a:xfrm>
          <a:prstGeom prst="rect">
            <a:avLst/>
          </a:prstGeom>
        </p:spPr>
        <p:txBody>
          <a:bodyPr wrap="square" lIns="0" tIns="0" rIns="0" bIns="0">
            <a:spAutoFit/>
          </a:bodyPr>
          <a:lstStyle>
            <a:lvl1pPr>
              <a:defRPr sz="26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10/13/2022</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948055" y="2438400"/>
            <a:ext cx="7247890" cy="1858842"/>
          </a:xfrm>
          <a:prstGeom prst="rect">
            <a:avLst/>
          </a:prstGeom>
        </p:spPr>
        <p:txBody>
          <a:bodyPr vert="horz" wrap="square" lIns="0" tIns="12065" rIns="0" bIns="0" rtlCol="0">
            <a:spAutoFit/>
          </a:bodyPr>
          <a:lstStyle/>
          <a:p>
            <a:pPr marL="12700">
              <a:lnSpc>
                <a:spcPct val="100000"/>
              </a:lnSpc>
              <a:spcBef>
                <a:spcPts val="95"/>
              </a:spcBef>
            </a:pPr>
            <a:r>
              <a:rPr sz="6000" b="1" spc="-155" dirty="0">
                <a:solidFill>
                  <a:schemeClr val="bg1"/>
                </a:solidFill>
              </a:rPr>
              <a:t>Introduction </a:t>
            </a:r>
            <a:r>
              <a:rPr sz="6000" b="1" spc="-250" dirty="0">
                <a:solidFill>
                  <a:schemeClr val="bg1"/>
                </a:solidFill>
              </a:rPr>
              <a:t>to </a:t>
            </a:r>
            <a:r>
              <a:rPr sz="6000" b="1" spc="-25" dirty="0">
                <a:solidFill>
                  <a:schemeClr val="bg1"/>
                </a:solidFill>
              </a:rPr>
              <a:t>Database</a:t>
            </a:r>
            <a:r>
              <a:rPr sz="6000" b="1" spc="-180" dirty="0">
                <a:solidFill>
                  <a:schemeClr val="bg1"/>
                </a:solidFill>
              </a:rPr>
              <a:t> </a:t>
            </a:r>
            <a:r>
              <a:rPr sz="6000" b="1" spc="-20" dirty="0">
                <a:solidFill>
                  <a:schemeClr val="bg1"/>
                </a:solidFill>
              </a:rPr>
              <a:t>Systems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59090" y="706958"/>
            <a:ext cx="6211061" cy="689291"/>
          </a:xfrm>
          <a:prstGeom prst="rect">
            <a:avLst/>
          </a:prstGeom>
        </p:spPr>
        <p:txBody>
          <a:bodyPr vert="horz" wrap="square" lIns="0" tIns="12065" rIns="0" bIns="0" rtlCol="0">
            <a:spAutoFit/>
          </a:bodyPr>
          <a:lstStyle/>
          <a:p>
            <a:pPr marL="12700">
              <a:lnSpc>
                <a:spcPct val="100000"/>
              </a:lnSpc>
              <a:spcBef>
                <a:spcPts val="95"/>
              </a:spcBef>
            </a:pPr>
            <a:r>
              <a:rPr sz="4400" b="1" spc="-95" dirty="0"/>
              <a:t>Role </a:t>
            </a:r>
            <a:r>
              <a:rPr sz="4400" b="1" spc="-180" dirty="0"/>
              <a:t>of </a:t>
            </a:r>
            <a:r>
              <a:rPr sz="4400" b="1" spc="-55" dirty="0"/>
              <a:t>Data </a:t>
            </a:r>
            <a:r>
              <a:rPr sz="4400" b="1" spc="-125" dirty="0"/>
              <a:t>in</a:t>
            </a:r>
            <a:r>
              <a:rPr sz="4400" b="1" spc="-540" dirty="0"/>
              <a:t> </a:t>
            </a:r>
            <a:r>
              <a:rPr sz="4400" b="1" spc="-150" dirty="0"/>
              <a:t>Computer</a:t>
            </a:r>
          </a:p>
        </p:txBody>
      </p:sp>
      <p:sp>
        <p:nvSpPr>
          <p:cNvPr id="3" name="object 3"/>
          <p:cNvSpPr txBox="1"/>
          <p:nvPr/>
        </p:nvSpPr>
        <p:spPr>
          <a:xfrm>
            <a:off x="993444" y="6276543"/>
            <a:ext cx="2416810" cy="239395"/>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696363"/>
                </a:solidFill>
                <a:latin typeface="Times New Roman"/>
                <a:cs typeface="Times New Roman"/>
              </a:rPr>
              <a:t>Introduction to Database</a:t>
            </a:r>
            <a:r>
              <a:rPr sz="1400" spc="-145" dirty="0">
                <a:solidFill>
                  <a:srgbClr val="696363"/>
                </a:solidFill>
                <a:latin typeface="Times New Roman"/>
                <a:cs typeface="Times New Roman"/>
              </a:rPr>
              <a:t> </a:t>
            </a:r>
            <a:r>
              <a:rPr sz="1400" spc="-5" dirty="0">
                <a:solidFill>
                  <a:srgbClr val="696363"/>
                </a:solidFill>
                <a:latin typeface="Times New Roman"/>
                <a:cs typeface="Times New Roman"/>
              </a:rPr>
              <a:t>Systems</a:t>
            </a:r>
            <a:endParaRPr sz="1400">
              <a:latin typeface="Times New Roman"/>
              <a:cs typeface="Times New Roman"/>
            </a:endParaRPr>
          </a:p>
        </p:txBody>
      </p:sp>
      <p:sp>
        <p:nvSpPr>
          <p:cNvPr id="4" name="object 4"/>
          <p:cNvSpPr txBox="1"/>
          <p:nvPr/>
        </p:nvSpPr>
        <p:spPr>
          <a:xfrm>
            <a:off x="834644" y="1892020"/>
            <a:ext cx="7259955" cy="2703689"/>
          </a:xfrm>
          <a:prstGeom prst="rect">
            <a:avLst/>
          </a:prstGeom>
        </p:spPr>
        <p:txBody>
          <a:bodyPr vert="horz" wrap="square" lIns="0" tIns="88900" rIns="0" bIns="0" rtlCol="0">
            <a:spAutoFit/>
          </a:bodyPr>
          <a:lstStyle/>
          <a:p>
            <a:pPr marL="12700">
              <a:lnSpc>
                <a:spcPct val="100000"/>
              </a:lnSpc>
              <a:spcBef>
                <a:spcPts val="700"/>
              </a:spcBef>
            </a:pPr>
            <a:r>
              <a:rPr sz="4400" i="1" spc="25" dirty="0">
                <a:latin typeface="Trebuchet MS" panose="020B0603020202020204" pitchFamily="34" charset="0"/>
                <a:cs typeface="Times New Roman"/>
              </a:rPr>
              <a:t>Data</a:t>
            </a:r>
            <a:endParaRPr sz="4400" dirty="0">
              <a:latin typeface="Trebuchet MS" panose="020B0603020202020204" pitchFamily="34" charset="0"/>
              <a:cs typeface="Times New Roman"/>
            </a:endParaRPr>
          </a:p>
          <a:p>
            <a:pPr marL="12700" marR="5080" indent="914400">
              <a:lnSpc>
                <a:spcPct val="150000"/>
              </a:lnSpc>
              <a:spcBef>
                <a:spcPts val="600"/>
              </a:spcBef>
            </a:pPr>
            <a:r>
              <a:rPr sz="2800" spc="-370" dirty="0">
                <a:cs typeface="Times New Roman"/>
              </a:rPr>
              <a:t>A </a:t>
            </a:r>
            <a:r>
              <a:rPr sz="2800" spc="-235" dirty="0">
                <a:cs typeface="Times New Roman"/>
              </a:rPr>
              <a:t>collection </a:t>
            </a:r>
            <a:r>
              <a:rPr sz="2800" spc="-229" dirty="0">
                <a:cs typeface="Times New Roman"/>
              </a:rPr>
              <a:t>of </a:t>
            </a:r>
            <a:r>
              <a:rPr sz="2800" spc="-245" dirty="0">
                <a:cs typeface="Times New Roman"/>
              </a:rPr>
              <a:t>facts </a:t>
            </a:r>
            <a:r>
              <a:rPr sz="2800" spc="-270" dirty="0">
                <a:cs typeface="Times New Roman"/>
              </a:rPr>
              <a:t>(numbers, </a:t>
            </a:r>
            <a:r>
              <a:rPr sz="2800" spc="-295" dirty="0">
                <a:cs typeface="Times New Roman"/>
              </a:rPr>
              <a:t>words, </a:t>
            </a:r>
            <a:r>
              <a:rPr sz="2800" spc="-285" dirty="0">
                <a:cs typeface="Times New Roman"/>
              </a:rPr>
              <a:t>measurements,  </a:t>
            </a:r>
            <a:r>
              <a:rPr sz="2800" spc="-265" dirty="0">
                <a:cs typeface="Times New Roman"/>
              </a:rPr>
              <a:t>observations, </a:t>
            </a:r>
            <a:r>
              <a:rPr sz="2800" spc="-240" dirty="0">
                <a:cs typeface="Times New Roman"/>
              </a:rPr>
              <a:t>etc) </a:t>
            </a:r>
            <a:r>
              <a:rPr sz="2800" spc="-155" dirty="0">
                <a:cs typeface="Times New Roman"/>
              </a:rPr>
              <a:t>that </a:t>
            </a:r>
            <a:r>
              <a:rPr sz="2800" spc="-285" dirty="0">
                <a:cs typeface="Times New Roman"/>
              </a:rPr>
              <a:t>has </a:t>
            </a:r>
            <a:r>
              <a:rPr sz="2800" spc="-315" dirty="0">
                <a:cs typeface="Times New Roman"/>
              </a:rPr>
              <a:t>been </a:t>
            </a:r>
            <a:r>
              <a:rPr sz="2800" spc="-235" dirty="0">
                <a:cs typeface="Times New Roman"/>
              </a:rPr>
              <a:t>translated </a:t>
            </a:r>
            <a:r>
              <a:rPr sz="2800" spc="-185" dirty="0">
                <a:cs typeface="Times New Roman"/>
              </a:rPr>
              <a:t>into </a:t>
            </a:r>
            <a:r>
              <a:rPr sz="2800" spc="-270" dirty="0">
                <a:cs typeface="Times New Roman"/>
              </a:rPr>
              <a:t>a </a:t>
            </a:r>
            <a:r>
              <a:rPr sz="2800" spc="-280" dirty="0">
                <a:cs typeface="Times New Roman"/>
              </a:rPr>
              <a:t>form </a:t>
            </a:r>
            <a:r>
              <a:rPr sz="2800" spc="-155" dirty="0">
                <a:cs typeface="Times New Roman"/>
              </a:rPr>
              <a:t>that </a:t>
            </a:r>
            <a:r>
              <a:rPr sz="2800" spc="-295" dirty="0">
                <a:cs typeface="Times New Roman"/>
              </a:rPr>
              <a:t>computers  </a:t>
            </a:r>
            <a:r>
              <a:rPr sz="2800" spc="-285" dirty="0">
                <a:cs typeface="Times New Roman"/>
              </a:rPr>
              <a:t>can</a:t>
            </a:r>
            <a:r>
              <a:rPr sz="2800" spc="-75" dirty="0">
                <a:cs typeface="Times New Roman"/>
              </a:rPr>
              <a:t> </a:t>
            </a:r>
            <a:r>
              <a:rPr sz="2800" spc="-335" dirty="0">
                <a:cs typeface="Times New Roman"/>
              </a:rPr>
              <a:t>process</a:t>
            </a:r>
            <a:r>
              <a:rPr lang="en-US" sz="2800" spc="-335" dirty="0">
                <a:cs typeface="Times New Roman"/>
              </a:rPr>
              <a:t>.</a:t>
            </a:r>
            <a:endParaRPr sz="2800" dirty="0">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7480" y="454026"/>
            <a:ext cx="3521089" cy="689291"/>
          </a:xfrm>
          <a:prstGeom prst="rect">
            <a:avLst/>
          </a:prstGeom>
        </p:spPr>
        <p:txBody>
          <a:bodyPr vert="horz" wrap="square" lIns="0" tIns="12065" rIns="0" bIns="0" rtlCol="0">
            <a:spAutoFit/>
          </a:bodyPr>
          <a:lstStyle/>
          <a:p>
            <a:pPr marL="12700">
              <a:lnSpc>
                <a:spcPct val="100000"/>
              </a:lnSpc>
              <a:spcBef>
                <a:spcPts val="95"/>
              </a:spcBef>
            </a:pPr>
            <a:r>
              <a:rPr sz="4400" b="1" spc="-185" dirty="0"/>
              <a:t>Types </a:t>
            </a:r>
            <a:r>
              <a:rPr sz="4400" b="1" spc="-180" dirty="0"/>
              <a:t>of</a:t>
            </a:r>
            <a:r>
              <a:rPr sz="4400" b="1" spc="-300" dirty="0"/>
              <a:t> </a:t>
            </a:r>
            <a:r>
              <a:rPr sz="4400" b="1" spc="-60" dirty="0"/>
              <a:t>Data</a:t>
            </a:r>
          </a:p>
        </p:txBody>
      </p:sp>
      <p:sp>
        <p:nvSpPr>
          <p:cNvPr id="4" name="object 4"/>
          <p:cNvSpPr txBox="1"/>
          <p:nvPr/>
        </p:nvSpPr>
        <p:spPr>
          <a:xfrm>
            <a:off x="364854" y="1736111"/>
            <a:ext cx="8414292" cy="4626075"/>
          </a:xfrm>
          <a:prstGeom prst="rect">
            <a:avLst/>
          </a:prstGeom>
        </p:spPr>
        <p:txBody>
          <a:bodyPr vert="horz" wrap="square" lIns="0" tIns="13335" rIns="0" bIns="0" rtlCol="0">
            <a:spAutoFit/>
          </a:bodyPr>
          <a:lstStyle/>
          <a:p>
            <a:pPr marL="12700">
              <a:lnSpc>
                <a:spcPct val="150000"/>
              </a:lnSpc>
              <a:spcBef>
                <a:spcPts val="105"/>
              </a:spcBef>
            </a:pPr>
            <a:r>
              <a:rPr sz="2000" b="1" u="sng" spc="-15" dirty="0">
                <a:latin typeface="Times New Roman"/>
                <a:cs typeface="Times New Roman"/>
              </a:rPr>
              <a:t>Structured</a:t>
            </a:r>
            <a:r>
              <a:rPr sz="2000" b="1" u="sng" spc="-65" dirty="0">
                <a:latin typeface="Times New Roman"/>
                <a:cs typeface="Times New Roman"/>
              </a:rPr>
              <a:t> </a:t>
            </a:r>
            <a:r>
              <a:rPr sz="2000" b="1" u="sng" spc="-40" dirty="0">
                <a:latin typeface="Times New Roman"/>
                <a:cs typeface="Times New Roman"/>
              </a:rPr>
              <a:t>data</a:t>
            </a:r>
            <a:endParaRPr sz="2000" u="sng" dirty="0">
              <a:latin typeface="Times New Roman"/>
              <a:cs typeface="Times New Roman"/>
            </a:endParaRPr>
          </a:p>
          <a:p>
            <a:pPr marL="561340" indent="-229235">
              <a:lnSpc>
                <a:spcPct val="150000"/>
              </a:lnSpc>
              <a:buClr>
                <a:srgbClr val="9B2C1F"/>
              </a:buClr>
              <a:buSzPct val="85000"/>
              <a:buFont typeface="Arial"/>
              <a:buChar char=""/>
              <a:tabLst>
                <a:tab pos="561975" algn="l"/>
              </a:tabLst>
            </a:pPr>
            <a:r>
              <a:rPr sz="2000" spc="-85" dirty="0">
                <a:latin typeface="Times New Roman"/>
                <a:cs typeface="Times New Roman"/>
              </a:rPr>
              <a:t>Information </a:t>
            </a:r>
            <a:r>
              <a:rPr sz="2000" spc="-65" dirty="0">
                <a:latin typeface="Times New Roman"/>
                <a:cs typeface="Times New Roman"/>
              </a:rPr>
              <a:t>stored</a:t>
            </a:r>
            <a:r>
              <a:rPr sz="2000" spc="-10" dirty="0">
                <a:latin typeface="Times New Roman"/>
                <a:cs typeface="Times New Roman"/>
              </a:rPr>
              <a:t> </a:t>
            </a:r>
            <a:r>
              <a:rPr sz="2000" spc="-215" dirty="0">
                <a:latin typeface="Times New Roman"/>
                <a:cs typeface="Times New Roman"/>
              </a:rPr>
              <a:t>DB</a:t>
            </a:r>
            <a:endParaRPr sz="2000" dirty="0">
              <a:latin typeface="Times New Roman"/>
              <a:cs typeface="Times New Roman"/>
            </a:endParaRPr>
          </a:p>
          <a:p>
            <a:pPr marL="561340" indent="-229235">
              <a:lnSpc>
                <a:spcPct val="150000"/>
              </a:lnSpc>
              <a:buClr>
                <a:srgbClr val="9B2C1F"/>
              </a:buClr>
              <a:buSzPct val="85000"/>
              <a:buFont typeface="Arial"/>
              <a:buChar char=""/>
              <a:tabLst>
                <a:tab pos="561975" algn="l"/>
              </a:tabLst>
            </a:pPr>
            <a:r>
              <a:rPr sz="2000" spc="-65" dirty="0">
                <a:latin typeface="Times New Roman"/>
                <a:cs typeface="Times New Roman"/>
              </a:rPr>
              <a:t>Strict</a:t>
            </a:r>
            <a:r>
              <a:rPr sz="2000" spc="-120" dirty="0">
                <a:latin typeface="Times New Roman"/>
                <a:cs typeface="Times New Roman"/>
              </a:rPr>
              <a:t> </a:t>
            </a:r>
            <a:r>
              <a:rPr sz="2000" spc="-75" dirty="0">
                <a:latin typeface="Times New Roman"/>
                <a:cs typeface="Times New Roman"/>
              </a:rPr>
              <a:t>format</a:t>
            </a:r>
            <a:endParaRPr sz="2000" dirty="0">
              <a:latin typeface="Times New Roman"/>
              <a:cs typeface="Times New Roman"/>
            </a:endParaRPr>
          </a:p>
          <a:p>
            <a:pPr marL="12700">
              <a:lnSpc>
                <a:spcPct val="150000"/>
              </a:lnSpc>
              <a:spcBef>
                <a:spcPts val="5"/>
              </a:spcBef>
            </a:pPr>
            <a:r>
              <a:rPr sz="2000" b="1" u="sng" spc="-5" dirty="0">
                <a:latin typeface="Times New Roman"/>
                <a:cs typeface="Times New Roman"/>
              </a:rPr>
              <a:t>Semi-structured</a:t>
            </a:r>
            <a:r>
              <a:rPr sz="2000" b="1" u="sng" spc="-150" dirty="0">
                <a:latin typeface="Times New Roman"/>
                <a:cs typeface="Times New Roman"/>
              </a:rPr>
              <a:t> </a:t>
            </a:r>
            <a:r>
              <a:rPr sz="2000" b="1" u="sng" spc="-40" dirty="0">
                <a:latin typeface="Times New Roman"/>
                <a:cs typeface="Times New Roman"/>
              </a:rPr>
              <a:t>data</a:t>
            </a:r>
            <a:endParaRPr sz="2000" u="sng" dirty="0">
              <a:latin typeface="Times New Roman"/>
              <a:cs typeface="Times New Roman"/>
            </a:endParaRPr>
          </a:p>
          <a:p>
            <a:pPr marL="561340" indent="-229235">
              <a:lnSpc>
                <a:spcPct val="150000"/>
              </a:lnSpc>
              <a:buClr>
                <a:srgbClr val="9B2C1F"/>
              </a:buClr>
              <a:buSzPct val="85000"/>
              <a:buFont typeface="Arial"/>
              <a:buChar char=""/>
              <a:tabLst>
                <a:tab pos="561975" algn="l"/>
              </a:tabLst>
            </a:pPr>
            <a:r>
              <a:rPr sz="2000" spc="-110" dirty="0">
                <a:latin typeface="Times New Roman"/>
                <a:cs typeface="Times New Roman"/>
              </a:rPr>
              <a:t>Data </a:t>
            </a:r>
            <a:r>
              <a:rPr sz="2000" spc="-175" dirty="0">
                <a:latin typeface="Times New Roman"/>
                <a:cs typeface="Times New Roman"/>
              </a:rPr>
              <a:t>may </a:t>
            </a:r>
            <a:r>
              <a:rPr sz="2000" spc="-160" dirty="0">
                <a:latin typeface="Times New Roman"/>
                <a:cs typeface="Times New Roman"/>
              </a:rPr>
              <a:t>have </a:t>
            </a:r>
            <a:r>
              <a:rPr sz="2000" spc="-60" dirty="0">
                <a:latin typeface="Times New Roman"/>
                <a:cs typeface="Times New Roman"/>
              </a:rPr>
              <a:t>certain </a:t>
            </a:r>
            <a:r>
              <a:rPr sz="2000" spc="-50" dirty="0">
                <a:latin typeface="Times New Roman"/>
                <a:cs typeface="Times New Roman"/>
              </a:rPr>
              <a:t>structure </a:t>
            </a:r>
            <a:r>
              <a:rPr sz="2000" spc="-65" dirty="0">
                <a:latin typeface="Times New Roman"/>
                <a:cs typeface="Times New Roman"/>
              </a:rPr>
              <a:t>but </a:t>
            </a:r>
            <a:r>
              <a:rPr sz="2000" spc="-55" dirty="0">
                <a:latin typeface="Times New Roman"/>
                <a:cs typeface="Times New Roman"/>
              </a:rPr>
              <a:t>not </a:t>
            </a:r>
            <a:r>
              <a:rPr sz="2000" spc="-110" dirty="0">
                <a:latin typeface="Times New Roman"/>
                <a:cs typeface="Times New Roman"/>
              </a:rPr>
              <a:t>all </a:t>
            </a:r>
            <a:r>
              <a:rPr sz="2000" spc="-85" dirty="0">
                <a:latin typeface="Times New Roman"/>
                <a:cs typeface="Times New Roman"/>
              </a:rPr>
              <a:t>information </a:t>
            </a:r>
            <a:r>
              <a:rPr sz="2000" spc="-80" dirty="0">
                <a:latin typeface="Times New Roman"/>
                <a:cs typeface="Times New Roman"/>
              </a:rPr>
              <a:t>collected</a:t>
            </a:r>
            <a:r>
              <a:rPr sz="2000" spc="70" dirty="0">
                <a:latin typeface="Times New Roman"/>
                <a:cs typeface="Times New Roman"/>
              </a:rPr>
              <a:t> </a:t>
            </a:r>
            <a:r>
              <a:rPr sz="2000" spc="-145" dirty="0">
                <a:latin typeface="Times New Roman"/>
                <a:cs typeface="Times New Roman"/>
              </a:rPr>
              <a:t>has</a:t>
            </a:r>
            <a:endParaRPr sz="2000" dirty="0">
              <a:latin typeface="Times New Roman"/>
              <a:cs typeface="Times New Roman"/>
            </a:endParaRPr>
          </a:p>
          <a:p>
            <a:pPr marL="561340">
              <a:lnSpc>
                <a:spcPct val="150000"/>
              </a:lnSpc>
            </a:pPr>
            <a:r>
              <a:rPr sz="2000" spc="-90" dirty="0">
                <a:latin typeface="Times New Roman"/>
                <a:cs typeface="Times New Roman"/>
              </a:rPr>
              <a:t>identical</a:t>
            </a:r>
            <a:r>
              <a:rPr sz="2000" spc="-55" dirty="0">
                <a:latin typeface="Times New Roman"/>
                <a:cs typeface="Times New Roman"/>
              </a:rPr>
              <a:t> </a:t>
            </a:r>
            <a:r>
              <a:rPr sz="2000" spc="-45" dirty="0">
                <a:latin typeface="Times New Roman"/>
                <a:cs typeface="Times New Roman"/>
              </a:rPr>
              <a:t>structure</a:t>
            </a:r>
            <a:endParaRPr sz="2000" dirty="0">
              <a:latin typeface="Times New Roman"/>
              <a:cs typeface="Times New Roman"/>
            </a:endParaRPr>
          </a:p>
          <a:p>
            <a:pPr marL="561340" marR="5080" indent="-228600">
              <a:lnSpc>
                <a:spcPct val="150000"/>
              </a:lnSpc>
              <a:spcBef>
                <a:spcPts val="434"/>
              </a:spcBef>
              <a:buClr>
                <a:srgbClr val="9B2C1F"/>
              </a:buClr>
              <a:buSzPct val="85000"/>
              <a:buFont typeface="Arial"/>
              <a:buChar char=""/>
              <a:tabLst>
                <a:tab pos="561975" algn="l"/>
              </a:tabLst>
            </a:pPr>
            <a:r>
              <a:rPr sz="2000" spc="-140" dirty="0">
                <a:latin typeface="Times New Roman"/>
                <a:cs typeface="Times New Roman"/>
              </a:rPr>
              <a:t>Some </a:t>
            </a:r>
            <a:r>
              <a:rPr sz="2000" spc="-60" dirty="0">
                <a:latin typeface="Times New Roman"/>
                <a:cs typeface="Times New Roman"/>
              </a:rPr>
              <a:t>attributes </a:t>
            </a:r>
            <a:r>
              <a:rPr sz="2000" spc="-175" dirty="0">
                <a:latin typeface="Times New Roman"/>
                <a:cs typeface="Times New Roman"/>
              </a:rPr>
              <a:t>may </a:t>
            </a:r>
            <a:r>
              <a:rPr sz="2000" spc="-80" dirty="0">
                <a:latin typeface="Times New Roman"/>
                <a:cs typeface="Times New Roman"/>
              </a:rPr>
              <a:t>exist </a:t>
            </a:r>
            <a:r>
              <a:rPr sz="2000" spc="-90" dirty="0">
                <a:latin typeface="Times New Roman"/>
                <a:cs typeface="Times New Roman"/>
              </a:rPr>
              <a:t>in </a:t>
            </a:r>
            <a:r>
              <a:rPr sz="2000" spc="-110" dirty="0">
                <a:latin typeface="Times New Roman"/>
                <a:cs typeface="Times New Roman"/>
              </a:rPr>
              <a:t>some </a:t>
            </a:r>
            <a:r>
              <a:rPr sz="2000" spc="-114" dirty="0">
                <a:latin typeface="Times New Roman"/>
                <a:cs typeface="Times New Roman"/>
              </a:rPr>
              <a:t>of </a:t>
            </a:r>
            <a:r>
              <a:rPr sz="2000" spc="-55" dirty="0">
                <a:latin typeface="Times New Roman"/>
                <a:cs typeface="Times New Roman"/>
              </a:rPr>
              <a:t>the </a:t>
            </a:r>
            <a:r>
              <a:rPr sz="2000" spc="-65" dirty="0">
                <a:latin typeface="Times New Roman"/>
                <a:cs typeface="Times New Roman"/>
              </a:rPr>
              <a:t>entities </a:t>
            </a:r>
            <a:r>
              <a:rPr sz="2000" spc="-114" dirty="0">
                <a:latin typeface="Times New Roman"/>
                <a:cs typeface="Times New Roman"/>
              </a:rPr>
              <a:t>of </a:t>
            </a:r>
            <a:r>
              <a:rPr sz="2000" spc="-160" dirty="0">
                <a:latin typeface="Times New Roman"/>
                <a:cs typeface="Times New Roman"/>
              </a:rPr>
              <a:t>a </a:t>
            </a:r>
            <a:r>
              <a:rPr sz="2000" spc="-65" dirty="0">
                <a:latin typeface="Times New Roman"/>
                <a:cs typeface="Times New Roman"/>
              </a:rPr>
              <a:t>particular </a:t>
            </a:r>
            <a:r>
              <a:rPr sz="2000" spc="-75" dirty="0">
                <a:latin typeface="Times New Roman"/>
                <a:cs typeface="Times New Roman"/>
              </a:rPr>
              <a:t>type </a:t>
            </a:r>
            <a:r>
              <a:rPr sz="2000" spc="-65" dirty="0">
                <a:latin typeface="Times New Roman"/>
                <a:cs typeface="Times New Roman"/>
              </a:rPr>
              <a:t>but </a:t>
            </a:r>
            <a:r>
              <a:rPr sz="2000" spc="-145" dirty="0">
                <a:latin typeface="Times New Roman"/>
                <a:cs typeface="Times New Roman"/>
              </a:rPr>
              <a:t>not  </a:t>
            </a:r>
            <a:r>
              <a:rPr sz="2000" spc="-90" dirty="0">
                <a:latin typeface="Times New Roman"/>
                <a:cs typeface="Times New Roman"/>
              </a:rPr>
              <a:t>in</a:t>
            </a:r>
            <a:r>
              <a:rPr sz="2000" spc="-65" dirty="0">
                <a:latin typeface="Times New Roman"/>
                <a:cs typeface="Times New Roman"/>
              </a:rPr>
              <a:t> </a:t>
            </a:r>
            <a:r>
              <a:rPr sz="2000" spc="-60" dirty="0">
                <a:latin typeface="Times New Roman"/>
                <a:cs typeface="Times New Roman"/>
              </a:rPr>
              <a:t>others</a:t>
            </a:r>
            <a:endParaRPr sz="2000" dirty="0">
              <a:latin typeface="Times New Roman"/>
              <a:cs typeface="Times New Roman"/>
            </a:endParaRPr>
          </a:p>
          <a:p>
            <a:pPr marL="12700">
              <a:lnSpc>
                <a:spcPct val="150000"/>
              </a:lnSpc>
            </a:pPr>
            <a:r>
              <a:rPr sz="2000" b="1" u="sng" dirty="0">
                <a:latin typeface="Times New Roman"/>
                <a:cs typeface="Times New Roman"/>
              </a:rPr>
              <a:t>Unstructured</a:t>
            </a:r>
            <a:r>
              <a:rPr sz="2000" b="1" u="sng" spc="-80" dirty="0">
                <a:latin typeface="Times New Roman"/>
                <a:cs typeface="Times New Roman"/>
              </a:rPr>
              <a:t> </a:t>
            </a:r>
            <a:r>
              <a:rPr sz="2000" b="1" u="sng" spc="-40" dirty="0">
                <a:latin typeface="Times New Roman"/>
                <a:cs typeface="Times New Roman"/>
              </a:rPr>
              <a:t>data</a:t>
            </a:r>
            <a:endParaRPr sz="2000" u="sng" dirty="0">
              <a:latin typeface="Times New Roman"/>
              <a:cs typeface="Times New Roman"/>
            </a:endParaRPr>
          </a:p>
          <a:p>
            <a:pPr marL="561340" indent="-229235">
              <a:lnSpc>
                <a:spcPct val="150000"/>
              </a:lnSpc>
              <a:buClr>
                <a:srgbClr val="9B2C1F"/>
              </a:buClr>
              <a:buSzPct val="85000"/>
              <a:buFont typeface="Arial"/>
              <a:buChar char=""/>
              <a:tabLst>
                <a:tab pos="561975" algn="l"/>
              </a:tabLst>
            </a:pPr>
            <a:r>
              <a:rPr sz="2000" spc="-170" dirty="0">
                <a:latin typeface="Times New Roman"/>
                <a:cs typeface="Times New Roman"/>
              </a:rPr>
              <a:t>Very </a:t>
            </a:r>
            <a:r>
              <a:rPr sz="2000" spc="-80" dirty="0">
                <a:latin typeface="Times New Roman"/>
                <a:cs typeface="Times New Roman"/>
              </a:rPr>
              <a:t>limited </a:t>
            </a:r>
            <a:r>
              <a:rPr sz="2000" spc="-95" dirty="0">
                <a:latin typeface="Times New Roman"/>
                <a:cs typeface="Times New Roman"/>
              </a:rPr>
              <a:t>indication </a:t>
            </a:r>
            <a:r>
              <a:rPr sz="2000" spc="-114" dirty="0">
                <a:latin typeface="Times New Roman"/>
                <a:cs typeface="Times New Roman"/>
              </a:rPr>
              <a:t>of </a:t>
            </a:r>
            <a:r>
              <a:rPr sz="2000" spc="-100" dirty="0">
                <a:latin typeface="Times New Roman"/>
                <a:cs typeface="Times New Roman"/>
              </a:rPr>
              <a:t>data</a:t>
            </a:r>
            <a:r>
              <a:rPr sz="2000" spc="-135" dirty="0">
                <a:latin typeface="Times New Roman"/>
                <a:cs typeface="Times New Roman"/>
              </a:rPr>
              <a:t> </a:t>
            </a:r>
            <a:r>
              <a:rPr sz="2000" spc="-75" dirty="0">
                <a:latin typeface="Times New Roman"/>
                <a:cs typeface="Times New Roman"/>
              </a:rPr>
              <a:t>type</a:t>
            </a:r>
            <a:endParaRPr lang="en-US" sz="2000" dirty="0">
              <a:latin typeface="Times New Roman"/>
              <a:cs typeface="Times New Roman"/>
            </a:endParaRPr>
          </a:p>
          <a:p>
            <a:pPr marL="561340" indent="-229235">
              <a:lnSpc>
                <a:spcPct val="150000"/>
              </a:lnSpc>
              <a:buClr>
                <a:srgbClr val="9B2C1F"/>
              </a:buClr>
              <a:buSzPct val="85000"/>
              <a:buFont typeface="Arial"/>
              <a:buChar char=""/>
              <a:tabLst>
                <a:tab pos="561975" algn="l"/>
              </a:tabLst>
            </a:pPr>
            <a:r>
              <a:rPr sz="2000" spc="-55" dirty="0">
                <a:latin typeface="Times New Roman"/>
                <a:cs typeface="Times New Roman"/>
              </a:rPr>
              <a:t>E.g., </a:t>
            </a:r>
            <a:r>
              <a:rPr sz="2000" spc="-145" dirty="0">
                <a:latin typeface="Times New Roman"/>
                <a:cs typeface="Times New Roman"/>
              </a:rPr>
              <a:t>a </a:t>
            </a:r>
            <a:r>
              <a:rPr sz="2000" spc="-95" dirty="0">
                <a:latin typeface="Times New Roman"/>
                <a:cs typeface="Times New Roman"/>
              </a:rPr>
              <a:t>simple </a:t>
            </a:r>
            <a:r>
              <a:rPr sz="2000" spc="-25" dirty="0">
                <a:latin typeface="Times New Roman"/>
                <a:cs typeface="Times New Roman"/>
              </a:rPr>
              <a:t>text</a:t>
            </a:r>
            <a:r>
              <a:rPr sz="2000" spc="5" dirty="0">
                <a:latin typeface="Times New Roman"/>
                <a:cs typeface="Times New Roman"/>
              </a:rPr>
              <a:t> </a:t>
            </a:r>
            <a:r>
              <a:rPr sz="2000" spc="-70" dirty="0">
                <a:latin typeface="Times New Roman"/>
                <a:cs typeface="Times New Roman"/>
              </a:rPr>
              <a:t>document</a:t>
            </a:r>
            <a:endParaRPr sz="2000" dirty="0">
              <a:latin typeface="Times New Roman"/>
              <a:cs typeface="Times New Roman"/>
            </a:endParaRPr>
          </a:p>
        </p:txBody>
      </p:sp>
      <p:pic>
        <p:nvPicPr>
          <p:cNvPr id="6" name="Picture 5">
            <a:extLst>
              <a:ext uri="{FF2B5EF4-FFF2-40B4-BE49-F238E27FC236}">
                <a16:creationId xmlns:a16="http://schemas.microsoft.com/office/drawing/2014/main" id="{B6324CAC-C5C4-B177-4755-3185CCAC736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69658" y="798672"/>
            <a:ext cx="4601834" cy="233846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49E61D-C619-FF3C-9F52-BD62C34D9C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007" y="0"/>
            <a:ext cx="8807986" cy="6858000"/>
          </a:xfrm>
          <a:prstGeom prst="rect">
            <a:avLst/>
          </a:prstGeom>
        </p:spPr>
      </p:pic>
    </p:spTree>
    <p:extLst>
      <p:ext uri="{BB962C8B-B14F-4D97-AF65-F5344CB8AC3E}">
        <p14:creationId xmlns:p14="http://schemas.microsoft.com/office/powerpoint/2010/main" val="25226213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0600" y="243647"/>
            <a:ext cx="5559756" cy="627736"/>
          </a:xfrm>
          <a:prstGeom prst="rect">
            <a:avLst/>
          </a:prstGeom>
        </p:spPr>
        <p:txBody>
          <a:bodyPr vert="horz" wrap="square" lIns="0" tIns="12065" rIns="0" bIns="0" rtlCol="0">
            <a:spAutoFit/>
          </a:bodyPr>
          <a:lstStyle/>
          <a:p>
            <a:pPr marL="12700">
              <a:lnSpc>
                <a:spcPct val="100000"/>
              </a:lnSpc>
              <a:spcBef>
                <a:spcPts val="95"/>
              </a:spcBef>
            </a:pPr>
            <a:r>
              <a:rPr b="1" spc="-190" dirty="0"/>
              <a:t>Why </a:t>
            </a:r>
            <a:r>
              <a:rPr b="1" spc="-90" dirty="0"/>
              <a:t>Study</a:t>
            </a:r>
            <a:r>
              <a:rPr b="1" spc="-290" dirty="0"/>
              <a:t> </a:t>
            </a:r>
            <a:r>
              <a:rPr b="1" spc="60" dirty="0"/>
              <a:t>Databases?</a:t>
            </a:r>
          </a:p>
        </p:txBody>
      </p:sp>
      <p:sp>
        <p:nvSpPr>
          <p:cNvPr id="3" name="object 3"/>
          <p:cNvSpPr txBox="1"/>
          <p:nvPr/>
        </p:nvSpPr>
        <p:spPr>
          <a:xfrm>
            <a:off x="252730" y="1149209"/>
            <a:ext cx="8790940" cy="3144964"/>
          </a:xfrm>
          <a:prstGeom prst="rect">
            <a:avLst/>
          </a:prstGeom>
        </p:spPr>
        <p:txBody>
          <a:bodyPr vert="horz" wrap="square" lIns="0" tIns="79375" rIns="0" bIns="0" rtlCol="0">
            <a:spAutoFit/>
          </a:bodyPr>
          <a:lstStyle/>
          <a:p>
            <a:pPr marL="12065">
              <a:lnSpc>
                <a:spcPct val="100000"/>
              </a:lnSpc>
              <a:spcBef>
                <a:spcPts val="625"/>
              </a:spcBef>
              <a:buClr>
                <a:srgbClr val="D24717"/>
              </a:buClr>
              <a:buSzPct val="85416"/>
              <a:tabLst>
                <a:tab pos="285115" algn="l"/>
                <a:tab pos="285750" algn="l"/>
              </a:tabLst>
            </a:pPr>
            <a:r>
              <a:rPr sz="2800" spc="-145" dirty="0">
                <a:cs typeface="Times New Roman"/>
              </a:rPr>
              <a:t>Databases </a:t>
            </a:r>
            <a:r>
              <a:rPr sz="2800" spc="-95" dirty="0">
                <a:cs typeface="Times New Roman"/>
              </a:rPr>
              <a:t>are</a:t>
            </a:r>
            <a:r>
              <a:rPr sz="2800" spc="5" dirty="0">
                <a:cs typeface="Times New Roman"/>
              </a:rPr>
              <a:t> </a:t>
            </a:r>
            <a:r>
              <a:rPr sz="2800" spc="-125" dirty="0">
                <a:cs typeface="Times New Roman"/>
              </a:rPr>
              <a:t>useful</a:t>
            </a:r>
            <a:endParaRPr sz="2800" dirty="0">
              <a:cs typeface="Times New Roman"/>
            </a:endParaRPr>
          </a:p>
          <a:p>
            <a:pPr marL="789305" marR="156845" lvl="1" indent="-457200">
              <a:lnSpc>
                <a:spcPct val="150000"/>
              </a:lnSpc>
              <a:spcBef>
                <a:spcPts val="450"/>
              </a:spcBef>
              <a:buClr>
                <a:srgbClr val="9B2C1F"/>
              </a:buClr>
              <a:buSzPct val="85000"/>
              <a:buFont typeface="Wingdings" panose="05000000000000000000" pitchFamily="2" charset="2"/>
              <a:buChar char="§"/>
              <a:tabLst>
                <a:tab pos="561340" algn="l"/>
              </a:tabLst>
            </a:pPr>
            <a:r>
              <a:rPr lang="en-US" sz="2800" spc="-170" dirty="0">
                <a:cs typeface="Times New Roman"/>
              </a:rPr>
              <a:t>Majority of the</a:t>
            </a:r>
            <a:r>
              <a:rPr sz="2800" spc="-170" dirty="0">
                <a:cs typeface="Times New Roman"/>
              </a:rPr>
              <a:t> </a:t>
            </a:r>
            <a:r>
              <a:rPr sz="2800" spc="-95" dirty="0">
                <a:cs typeface="Times New Roman"/>
              </a:rPr>
              <a:t>computing </a:t>
            </a:r>
            <a:r>
              <a:rPr sz="2800" spc="-130" dirty="0">
                <a:cs typeface="Times New Roman"/>
              </a:rPr>
              <a:t>applications  </a:t>
            </a:r>
            <a:r>
              <a:rPr sz="2800" spc="-100" dirty="0">
                <a:cs typeface="Times New Roman"/>
              </a:rPr>
              <a:t>deal </a:t>
            </a:r>
            <a:r>
              <a:rPr sz="2800" spc="-80" dirty="0">
                <a:cs typeface="Times New Roman"/>
              </a:rPr>
              <a:t>with </a:t>
            </a:r>
            <a:r>
              <a:rPr sz="2800" spc="-95" dirty="0">
                <a:cs typeface="Times New Roman"/>
              </a:rPr>
              <a:t>large </a:t>
            </a:r>
            <a:r>
              <a:rPr sz="2800" spc="-100" dirty="0">
                <a:cs typeface="Times New Roman"/>
              </a:rPr>
              <a:t>amounts </a:t>
            </a:r>
            <a:r>
              <a:rPr sz="2800" spc="-114" dirty="0">
                <a:cs typeface="Times New Roman"/>
              </a:rPr>
              <a:t>of  </a:t>
            </a:r>
            <a:r>
              <a:rPr sz="2800" spc="-85" dirty="0">
                <a:cs typeface="Times New Roman"/>
              </a:rPr>
              <a:t>information</a:t>
            </a:r>
            <a:endParaRPr sz="2800" dirty="0">
              <a:cs typeface="Times New Roman"/>
            </a:endParaRPr>
          </a:p>
          <a:p>
            <a:pPr marL="789305" marR="5080" lvl="1" indent="-457200">
              <a:lnSpc>
                <a:spcPct val="150000"/>
              </a:lnSpc>
              <a:spcBef>
                <a:spcPts val="409"/>
              </a:spcBef>
              <a:buClr>
                <a:srgbClr val="9B2C1F"/>
              </a:buClr>
              <a:buSzPct val="85000"/>
              <a:buFont typeface="Wingdings" panose="05000000000000000000" pitchFamily="2" charset="2"/>
              <a:buChar char="§"/>
              <a:tabLst>
                <a:tab pos="561340" algn="l"/>
              </a:tabLst>
            </a:pPr>
            <a:r>
              <a:rPr sz="2800" spc="-114" dirty="0">
                <a:cs typeface="Times New Roman"/>
              </a:rPr>
              <a:t>Database systems </a:t>
            </a:r>
            <a:r>
              <a:rPr sz="2800" spc="-125" dirty="0">
                <a:cs typeface="Times New Roman"/>
              </a:rPr>
              <a:t>give </a:t>
            </a:r>
            <a:r>
              <a:rPr sz="2800" spc="-160" dirty="0">
                <a:cs typeface="Times New Roman"/>
              </a:rPr>
              <a:t>a </a:t>
            </a:r>
            <a:r>
              <a:rPr sz="2800" spc="-70" dirty="0">
                <a:cs typeface="Times New Roman"/>
              </a:rPr>
              <a:t>set </a:t>
            </a:r>
            <a:r>
              <a:rPr sz="2800" spc="-120" dirty="0">
                <a:cs typeface="Times New Roman"/>
              </a:rPr>
              <a:t>of  </a:t>
            </a:r>
            <a:r>
              <a:rPr sz="2800" spc="-75" dirty="0">
                <a:cs typeface="Times New Roman"/>
              </a:rPr>
              <a:t>tools for </a:t>
            </a:r>
            <a:r>
              <a:rPr sz="2800" spc="-60" dirty="0">
                <a:cs typeface="Times New Roman"/>
              </a:rPr>
              <a:t>storing, </a:t>
            </a:r>
            <a:r>
              <a:rPr sz="2800" spc="-105" dirty="0">
                <a:cs typeface="Times New Roman"/>
              </a:rPr>
              <a:t>searching </a:t>
            </a:r>
            <a:r>
              <a:rPr sz="2800" spc="-114" dirty="0">
                <a:cs typeface="Times New Roman"/>
              </a:rPr>
              <a:t>and  </a:t>
            </a:r>
            <a:r>
              <a:rPr sz="2800" spc="-130" dirty="0">
                <a:cs typeface="Times New Roman"/>
              </a:rPr>
              <a:t>managing </a:t>
            </a:r>
            <a:r>
              <a:rPr sz="2800" spc="-90" dirty="0">
                <a:cs typeface="Times New Roman"/>
              </a:rPr>
              <a:t>this</a:t>
            </a:r>
            <a:r>
              <a:rPr sz="2800" spc="25" dirty="0">
                <a:cs typeface="Times New Roman"/>
              </a:rPr>
              <a:t> </a:t>
            </a:r>
            <a:r>
              <a:rPr sz="2800" spc="-85" dirty="0">
                <a:cs typeface="Times New Roman"/>
              </a:rPr>
              <a:t>information</a:t>
            </a:r>
            <a:endParaRPr sz="2800" dirty="0">
              <a:cs typeface="Times New Roman"/>
            </a:endParaRPr>
          </a:p>
        </p:txBody>
      </p:sp>
      <p:sp>
        <p:nvSpPr>
          <p:cNvPr id="4" name="object 4"/>
          <p:cNvSpPr txBox="1"/>
          <p:nvPr/>
        </p:nvSpPr>
        <p:spPr>
          <a:xfrm>
            <a:off x="381000" y="4294173"/>
            <a:ext cx="8534400" cy="2079224"/>
          </a:xfrm>
          <a:prstGeom prst="rect">
            <a:avLst/>
          </a:prstGeom>
        </p:spPr>
        <p:txBody>
          <a:bodyPr vert="horz" wrap="square" lIns="0" tIns="79375" rIns="0" bIns="0" rtlCol="0">
            <a:spAutoFit/>
          </a:bodyPr>
          <a:lstStyle/>
          <a:p>
            <a:pPr marL="354965" indent="-342900">
              <a:lnSpc>
                <a:spcPct val="150000"/>
              </a:lnSpc>
              <a:spcBef>
                <a:spcPts val="625"/>
              </a:spcBef>
              <a:buClr>
                <a:srgbClr val="D24717"/>
              </a:buClr>
              <a:buSzPct val="85416"/>
              <a:buFont typeface="Arial" panose="020B0604020202020204" pitchFamily="34" charset="0"/>
              <a:buChar char="•"/>
              <a:tabLst>
                <a:tab pos="285115" algn="l"/>
                <a:tab pos="285750" algn="l"/>
              </a:tabLst>
            </a:pPr>
            <a:r>
              <a:rPr sz="2400" spc="-145" dirty="0">
                <a:latin typeface="Times New Roman"/>
                <a:cs typeface="Times New Roman"/>
              </a:rPr>
              <a:t>Databases </a:t>
            </a:r>
            <a:r>
              <a:rPr sz="2400" spc="-110" dirty="0">
                <a:latin typeface="Times New Roman"/>
                <a:cs typeface="Times New Roman"/>
              </a:rPr>
              <a:t>in</a:t>
            </a:r>
            <a:r>
              <a:rPr sz="2400" spc="5" dirty="0">
                <a:latin typeface="Times New Roman"/>
                <a:cs typeface="Times New Roman"/>
              </a:rPr>
              <a:t> </a:t>
            </a:r>
            <a:r>
              <a:rPr sz="2400" spc="-235" dirty="0">
                <a:latin typeface="Times New Roman"/>
                <a:cs typeface="Times New Roman"/>
              </a:rPr>
              <a:t>CS</a:t>
            </a:r>
            <a:endParaRPr sz="2400" dirty="0">
              <a:latin typeface="Times New Roman"/>
              <a:cs typeface="Times New Roman"/>
            </a:endParaRPr>
          </a:p>
          <a:p>
            <a:pPr marL="675005" lvl="1" indent="-342900">
              <a:lnSpc>
                <a:spcPct val="150000"/>
              </a:lnSpc>
              <a:spcBef>
                <a:spcPts val="450"/>
              </a:spcBef>
              <a:buClr>
                <a:srgbClr val="9B2C1F"/>
              </a:buClr>
              <a:buSzPct val="85000"/>
              <a:buFont typeface="Arial" panose="020B0604020202020204" pitchFamily="34" charset="0"/>
              <a:buChar char="•"/>
              <a:tabLst>
                <a:tab pos="561340" algn="l"/>
              </a:tabLst>
            </a:pPr>
            <a:r>
              <a:rPr sz="2000" spc="-120" dirty="0">
                <a:latin typeface="Times New Roman"/>
                <a:cs typeface="Times New Roman"/>
              </a:rPr>
              <a:t>Databases </a:t>
            </a:r>
            <a:r>
              <a:rPr sz="2000" spc="-85" dirty="0">
                <a:latin typeface="Times New Roman"/>
                <a:cs typeface="Times New Roman"/>
              </a:rPr>
              <a:t>are </a:t>
            </a:r>
            <a:r>
              <a:rPr sz="2000" spc="-155" dirty="0">
                <a:latin typeface="Times New Roman"/>
                <a:cs typeface="Times New Roman"/>
              </a:rPr>
              <a:t>a </a:t>
            </a:r>
            <a:r>
              <a:rPr sz="2000" spc="-75" dirty="0">
                <a:latin typeface="Times New Roman"/>
                <a:cs typeface="Times New Roman"/>
              </a:rPr>
              <a:t>‘core topic’</a:t>
            </a:r>
            <a:r>
              <a:rPr sz="2000" spc="-150" dirty="0">
                <a:latin typeface="Times New Roman"/>
                <a:cs typeface="Times New Roman"/>
              </a:rPr>
              <a:t> </a:t>
            </a:r>
            <a:r>
              <a:rPr sz="2000" spc="-90" dirty="0">
                <a:latin typeface="Times New Roman"/>
                <a:cs typeface="Times New Roman"/>
              </a:rPr>
              <a:t>i</a:t>
            </a:r>
            <a:r>
              <a:rPr lang="en-US" sz="2000" spc="-90" dirty="0">
                <a:latin typeface="Times New Roman"/>
                <a:cs typeface="Times New Roman"/>
              </a:rPr>
              <a:t>n </a:t>
            </a:r>
            <a:r>
              <a:rPr sz="2000" spc="-70" dirty="0">
                <a:latin typeface="Times New Roman"/>
                <a:cs typeface="Times New Roman"/>
              </a:rPr>
              <a:t>computer</a:t>
            </a:r>
            <a:r>
              <a:rPr sz="2000" spc="-55" dirty="0">
                <a:latin typeface="Times New Roman"/>
                <a:cs typeface="Times New Roman"/>
              </a:rPr>
              <a:t> </a:t>
            </a:r>
            <a:r>
              <a:rPr sz="2000" spc="-105" dirty="0">
                <a:latin typeface="Times New Roman"/>
                <a:cs typeface="Times New Roman"/>
              </a:rPr>
              <a:t>science</a:t>
            </a:r>
            <a:endParaRPr sz="2000" dirty="0">
              <a:latin typeface="Times New Roman"/>
              <a:cs typeface="Times New Roman"/>
            </a:endParaRPr>
          </a:p>
          <a:p>
            <a:pPr marL="675005" marR="5080" lvl="1" indent="-342900">
              <a:lnSpc>
                <a:spcPct val="150000"/>
              </a:lnSpc>
              <a:spcBef>
                <a:spcPts val="405"/>
              </a:spcBef>
              <a:buClr>
                <a:srgbClr val="9B2C1F"/>
              </a:buClr>
              <a:buSzPct val="85000"/>
              <a:buFont typeface="Arial" panose="020B0604020202020204" pitchFamily="34" charset="0"/>
              <a:buChar char="•"/>
              <a:tabLst>
                <a:tab pos="561340" algn="l"/>
              </a:tabLst>
            </a:pPr>
            <a:r>
              <a:rPr sz="2000" spc="-170" dirty="0">
                <a:latin typeface="Times New Roman"/>
                <a:cs typeface="Times New Roman"/>
              </a:rPr>
              <a:t>Basic </a:t>
            </a:r>
            <a:r>
              <a:rPr sz="2000" spc="-90" dirty="0">
                <a:latin typeface="Times New Roman"/>
                <a:cs typeface="Times New Roman"/>
              </a:rPr>
              <a:t>concepts </a:t>
            </a:r>
            <a:r>
              <a:rPr sz="2000" spc="-110" dirty="0">
                <a:latin typeface="Times New Roman"/>
                <a:cs typeface="Times New Roman"/>
              </a:rPr>
              <a:t>and </a:t>
            </a:r>
            <a:r>
              <a:rPr sz="2000" spc="-114" dirty="0">
                <a:latin typeface="Times New Roman"/>
                <a:cs typeface="Times New Roman"/>
              </a:rPr>
              <a:t>skills </a:t>
            </a:r>
            <a:r>
              <a:rPr sz="2000" spc="-80" dirty="0">
                <a:latin typeface="Times New Roman"/>
                <a:cs typeface="Times New Roman"/>
              </a:rPr>
              <a:t>with  </a:t>
            </a:r>
            <a:r>
              <a:rPr sz="2000" spc="-114" dirty="0">
                <a:latin typeface="Times New Roman"/>
                <a:cs typeface="Times New Roman"/>
              </a:rPr>
              <a:t>database systems </a:t>
            </a:r>
            <a:r>
              <a:rPr sz="2000" spc="-85" dirty="0">
                <a:latin typeface="Times New Roman"/>
                <a:cs typeface="Times New Roman"/>
              </a:rPr>
              <a:t>are </a:t>
            </a:r>
            <a:r>
              <a:rPr sz="2000" spc="-35" dirty="0">
                <a:latin typeface="Times New Roman"/>
                <a:cs typeface="Times New Roman"/>
              </a:rPr>
              <a:t>part </a:t>
            </a:r>
            <a:r>
              <a:rPr sz="2000" spc="-120" dirty="0">
                <a:latin typeface="Times New Roman"/>
                <a:cs typeface="Times New Roman"/>
              </a:rPr>
              <a:t>of </a:t>
            </a:r>
            <a:r>
              <a:rPr sz="2000" spc="-60" dirty="0">
                <a:latin typeface="Times New Roman"/>
                <a:cs typeface="Times New Roman"/>
              </a:rPr>
              <a:t>the  </a:t>
            </a:r>
            <a:r>
              <a:rPr sz="2000" spc="-110" dirty="0">
                <a:latin typeface="Times New Roman"/>
                <a:cs typeface="Times New Roman"/>
              </a:rPr>
              <a:t>skill </a:t>
            </a:r>
            <a:r>
              <a:rPr sz="2000" spc="-70" dirty="0">
                <a:latin typeface="Times New Roman"/>
                <a:cs typeface="Times New Roman"/>
              </a:rPr>
              <a:t>set </a:t>
            </a:r>
            <a:r>
              <a:rPr sz="2000" spc="-125" dirty="0">
                <a:latin typeface="Times New Roman"/>
                <a:cs typeface="Times New Roman"/>
              </a:rPr>
              <a:t>you </a:t>
            </a:r>
            <a:r>
              <a:rPr sz="2000" spc="-90" dirty="0">
                <a:latin typeface="Times New Roman"/>
                <a:cs typeface="Times New Roman"/>
              </a:rPr>
              <a:t>will be </a:t>
            </a:r>
            <a:r>
              <a:rPr sz="2000" spc="-125" dirty="0">
                <a:latin typeface="Times New Roman"/>
                <a:cs typeface="Times New Roman"/>
              </a:rPr>
              <a:t>assumed </a:t>
            </a:r>
            <a:r>
              <a:rPr sz="2000" spc="-30" dirty="0">
                <a:latin typeface="Times New Roman"/>
                <a:cs typeface="Times New Roman"/>
              </a:rPr>
              <a:t>to  </a:t>
            </a:r>
            <a:r>
              <a:rPr sz="2000" spc="-155" dirty="0">
                <a:latin typeface="Times New Roman"/>
                <a:cs typeface="Times New Roman"/>
              </a:rPr>
              <a:t>have </a:t>
            </a:r>
            <a:r>
              <a:rPr sz="2000" spc="-160" dirty="0">
                <a:latin typeface="Times New Roman"/>
                <a:cs typeface="Times New Roman"/>
              </a:rPr>
              <a:t>as </a:t>
            </a:r>
            <a:r>
              <a:rPr sz="2000" spc="-155" dirty="0">
                <a:latin typeface="Times New Roman"/>
                <a:cs typeface="Times New Roman"/>
              </a:rPr>
              <a:t>a </a:t>
            </a:r>
            <a:r>
              <a:rPr lang="en-US" sz="2000" spc="-195" dirty="0">
                <a:latin typeface="Times New Roman"/>
                <a:cs typeface="Times New Roman"/>
              </a:rPr>
              <a:t>IT  </a:t>
            </a:r>
            <a:r>
              <a:rPr sz="2000" spc="-85" dirty="0">
                <a:latin typeface="Times New Roman"/>
                <a:cs typeface="Times New Roman"/>
              </a:rPr>
              <a:t>graduate</a:t>
            </a:r>
            <a:endParaRPr sz="2000" dirty="0">
              <a:latin typeface="Times New Roman"/>
              <a:cs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4400" y="457200"/>
            <a:ext cx="5638800" cy="627736"/>
          </a:xfrm>
          <a:prstGeom prst="rect">
            <a:avLst/>
          </a:prstGeom>
        </p:spPr>
        <p:txBody>
          <a:bodyPr vert="horz" wrap="square" lIns="0" tIns="12065" rIns="0" bIns="0" rtlCol="0">
            <a:spAutoFit/>
          </a:bodyPr>
          <a:lstStyle/>
          <a:p>
            <a:pPr marL="12700">
              <a:lnSpc>
                <a:spcPct val="100000"/>
              </a:lnSpc>
              <a:spcBef>
                <a:spcPts val="95"/>
              </a:spcBef>
            </a:pPr>
            <a:r>
              <a:rPr b="1" spc="-135" dirty="0"/>
              <a:t>What </a:t>
            </a:r>
            <a:r>
              <a:rPr b="1" dirty="0"/>
              <a:t>is </a:t>
            </a:r>
            <a:r>
              <a:rPr b="1" spc="10" dirty="0"/>
              <a:t>a</a:t>
            </a:r>
            <a:r>
              <a:rPr b="1" spc="-550" dirty="0"/>
              <a:t> </a:t>
            </a:r>
            <a:r>
              <a:rPr b="1" spc="40" dirty="0"/>
              <a:t>Database?</a:t>
            </a:r>
          </a:p>
        </p:txBody>
      </p:sp>
      <p:sp>
        <p:nvSpPr>
          <p:cNvPr id="3" name="object 3"/>
          <p:cNvSpPr txBox="1">
            <a:spLocks noGrp="1"/>
          </p:cNvSpPr>
          <p:nvPr>
            <p:ph type="body" idx="1"/>
          </p:nvPr>
        </p:nvSpPr>
        <p:spPr>
          <a:xfrm>
            <a:off x="535635" y="1370458"/>
            <a:ext cx="8072729" cy="4813497"/>
          </a:xfrm>
          <a:prstGeom prst="rect">
            <a:avLst/>
          </a:prstGeom>
        </p:spPr>
        <p:txBody>
          <a:bodyPr vert="horz" wrap="square" lIns="0" tIns="47625" rIns="0" bIns="0" rtlCol="0">
            <a:spAutoFit/>
          </a:bodyPr>
          <a:lstStyle/>
          <a:p>
            <a:pPr marL="742315" indent="-273050">
              <a:lnSpc>
                <a:spcPct val="100000"/>
              </a:lnSpc>
              <a:spcBef>
                <a:spcPts val="375"/>
              </a:spcBef>
              <a:buClr>
                <a:srgbClr val="D24717"/>
              </a:buClr>
              <a:buSzPct val="84615"/>
              <a:buFont typeface="Arial"/>
              <a:buChar char=""/>
              <a:tabLst>
                <a:tab pos="743585" algn="l"/>
              </a:tabLst>
            </a:pPr>
            <a:r>
              <a:rPr sz="2800" spc="-335" dirty="0"/>
              <a:t>“</a:t>
            </a:r>
            <a:r>
              <a:rPr sz="2800" spc="-335" dirty="0">
                <a:latin typeface="+mn-lt"/>
              </a:rPr>
              <a:t>A</a:t>
            </a:r>
            <a:r>
              <a:rPr lang="en-US" sz="2800" spc="-335" dirty="0">
                <a:latin typeface="+mn-lt"/>
              </a:rPr>
              <a:t> </a:t>
            </a:r>
            <a:r>
              <a:rPr sz="2800" spc="-335" dirty="0">
                <a:latin typeface="+mn-lt"/>
              </a:rPr>
              <a:t> </a:t>
            </a:r>
            <a:r>
              <a:rPr sz="2800" spc="-90" dirty="0">
                <a:latin typeface="+mn-lt"/>
              </a:rPr>
              <a:t>set </a:t>
            </a:r>
            <a:r>
              <a:rPr sz="2800" spc="-150" dirty="0">
                <a:latin typeface="+mn-lt"/>
              </a:rPr>
              <a:t>of </a:t>
            </a:r>
            <a:r>
              <a:rPr sz="2800" spc="-105" dirty="0">
                <a:latin typeface="+mn-lt"/>
              </a:rPr>
              <a:t>information </a:t>
            </a:r>
            <a:r>
              <a:rPr sz="2800" spc="-120" dirty="0">
                <a:latin typeface="+mn-lt"/>
              </a:rPr>
              <a:t>held in </a:t>
            </a:r>
            <a:r>
              <a:rPr sz="2800" spc="-204" dirty="0">
                <a:latin typeface="+mn-lt"/>
              </a:rPr>
              <a:t>a</a:t>
            </a:r>
            <a:r>
              <a:rPr sz="2800" spc="110" dirty="0">
                <a:latin typeface="+mn-lt"/>
              </a:rPr>
              <a:t> </a:t>
            </a:r>
            <a:r>
              <a:rPr sz="2800" spc="-114" dirty="0">
                <a:latin typeface="+mn-lt"/>
              </a:rPr>
              <a:t>computer”</a:t>
            </a:r>
          </a:p>
          <a:p>
            <a:pPr marL="457200" marR="5715" algn="r">
              <a:lnSpc>
                <a:spcPct val="100000"/>
              </a:lnSpc>
              <a:spcBef>
                <a:spcPts val="215"/>
              </a:spcBef>
            </a:pPr>
            <a:r>
              <a:rPr sz="2800" spc="-65" dirty="0">
                <a:latin typeface="+mn-lt"/>
              </a:rPr>
              <a:t>Oxford </a:t>
            </a:r>
            <a:r>
              <a:rPr sz="2800" spc="-130" dirty="0">
                <a:latin typeface="+mn-lt"/>
              </a:rPr>
              <a:t>English</a:t>
            </a:r>
            <a:r>
              <a:rPr sz="2800" spc="-90" dirty="0">
                <a:latin typeface="+mn-lt"/>
              </a:rPr>
              <a:t> Dictionary</a:t>
            </a:r>
            <a:endParaRPr sz="2800" dirty="0">
              <a:latin typeface="+mn-lt"/>
            </a:endParaRPr>
          </a:p>
          <a:p>
            <a:pPr marL="457200">
              <a:lnSpc>
                <a:spcPct val="100000"/>
              </a:lnSpc>
              <a:spcBef>
                <a:spcPts val="35"/>
              </a:spcBef>
            </a:pPr>
            <a:endParaRPr sz="2800" dirty="0">
              <a:latin typeface="+mn-lt"/>
            </a:endParaRPr>
          </a:p>
          <a:p>
            <a:pPr marL="742315" marR="71755" indent="-273050">
              <a:lnSpc>
                <a:spcPts val="2810"/>
              </a:lnSpc>
              <a:buClr>
                <a:srgbClr val="D24717"/>
              </a:buClr>
              <a:buSzPct val="84615"/>
              <a:buFont typeface="Arial"/>
              <a:buChar char=""/>
              <a:tabLst>
                <a:tab pos="743585" algn="l"/>
              </a:tabLst>
            </a:pPr>
            <a:r>
              <a:rPr sz="2800" spc="-135" dirty="0">
                <a:latin typeface="+mn-lt"/>
              </a:rPr>
              <a:t>“One </a:t>
            </a:r>
            <a:r>
              <a:rPr sz="2800" spc="-40" dirty="0">
                <a:latin typeface="+mn-lt"/>
              </a:rPr>
              <a:t>or </a:t>
            </a:r>
            <a:r>
              <a:rPr sz="2800" spc="-90" dirty="0">
                <a:latin typeface="+mn-lt"/>
              </a:rPr>
              <a:t>more </a:t>
            </a:r>
            <a:r>
              <a:rPr sz="2800" spc="-125" dirty="0">
                <a:latin typeface="+mn-lt"/>
              </a:rPr>
              <a:t>large </a:t>
            </a:r>
            <a:r>
              <a:rPr sz="2800" spc="-65" dirty="0">
                <a:latin typeface="+mn-lt"/>
              </a:rPr>
              <a:t>structured </a:t>
            </a:r>
            <a:r>
              <a:rPr sz="2800" spc="-114" dirty="0">
                <a:latin typeface="+mn-lt"/>
              </a:rPr>
              <a:t>sets </a:t>
            </a:r>
            <a:r>
              <a:rPr sz="2800" spc="-150" dirty="0">
                <a:latin typeface="+mn-lt"/>
              </a:rPr>
              <a:t>of </a:t>
            </a:r>
            <a:r>
              <a:rPr sz="2800" spc="-80" dirty="0">
                <a:latin typeface="+mn-lt"/>
              </a:rPr>
              <a:t>persistent data, </a:t>
            </a:r>
            <a:r>
              <a:rPr sz="2800" spc="-215" dirty="0">
                <a:latin typeface="+mn-lt"/>
              </a:rPr>
              <a:t>usually  </a:t>
            </a:r>
            <a:r>
              <a:rPr sz="2800" spc="-145" dirty="0">
                <a:latin typeface="+mn-lt"/>
              </a:rPr>
              <a:t>associated </a:t>
            </a:r>
            <a:r>
              <a:rPr sz="2800" spc="-100" dirty="0">
                <a:latin typeface="+mn-lt"/>
              </a:rPr>
              <a:t>with </a:t>
            </a:r>
            <a:r>
              <a:rPr sz="2800" spc="-120" dirty="0">
                <a:latin typeface="+mn-lt"/>
              </a:rPr>
              <a:t>software </a:t>
            </a:r>
            <a:r>
              <a:rPr sz="2800" spc="-35" dirty="0">
                <a:latin typeface="+mn-lt"/>
              </a:rPr>
              <a:t>to </a:t>
            </a:r>
            <a:r>
              <a:rPr sz="2800" spc="-105" dirty="0">
                <a:latin typeface="+mn-lt"/>
              </a:rPr>
              <a:t>update </a:t>
            </a:r>
            <a:r>
              <a:rPr sz="2800" spc="-150" dirty="0">
                <a:latin typeface="+mn-lt"/>
              </a:rPr>
              <a:t>and </a:t>
            </a:r>
            <a:r>
              <a:rPr sz="2800" spc="-105" dirty="0">
                <a:latin typeface="+mn-lt"/>
              </a:rPr>
              <a:t>query </a:t>
            </a:r>
            <a:r>
              <a:rPr sz="2800" spc="-80" dirty="0">
                <a:latin typeface="+mn-lt"/>
              </a:rPr>
              <a:t>the</a:t>
            </a:r>
            <a:r>
              <a:rPr sz="2800" spc="225" dirty="0">
                <a:latin typeface="+mn-lt"/>
              </a:rPr>
              <a:t> </a:t>
            </a:r>
            <a:r>
              <a:rPr sz="2800" spc="-170" dirty="0">
                <a:latin typeface="+mn-lt"/>
              </a:rPr>
              <a:t>data”</a:t>
            </a:r>
          </a:p>
          <a:p>
            <a:pPr marL="457200" marR="5715" algn="r">
              <a:lnSpc>
                <a:spcPct val="100000"/>
              </a:lnSpc>
              <a:spcBef>
                <a:spcPts val="185"/>
              </a:spcBef>
            </a:pPr>
            <a:r>
              <a:rPr sz="2800" spc="-90" dirty="0">
                <a:latin typeface="+mn-lt"/>
              </a:rPr>
              <a:t>Free </a:t>
            </a:r>
            <a:r>
              <a:rPr sz="2800" spc="-85" dirty="0">
                <a:latin typeface="+mn-lt"/>
              </a:rPr>
              <a:t>On-Line </a:t>
            </a:r>
            <a:r>
              <a:rPr sz="2800" spc="-90" dirty="0">
                <a:latin typeface="+mn-lt"/>
              </a:rPr>
              <a:t>Dictionary </a:t>
            </a:r>
            <a:r>
              <a:rPr sz="2800" spc="-114" dirty="0">
                <a:latin typeface="+mn-lt"/>
              </a:rPr>
              <a:t>of</a:t>
            </a:r>
            <a:r>
              <a:rPr sz="2800" spc="35" dirty="0">
                <a:latin typeface="+mn-lt"/>
              </a:rPr>
              <a:t> </a:t>
            </a:r>
            <a:r>
              <a:rPr sz="2800" spc="-90" dirty="0">
                <a:latin typeface="+mn-lt"/>
              </a:rPr>
              <a:t>Computing</a:t>
            </a:r>
            <a:endParaRPr sz="2800" dirty="0">
              <a:latin typeface="+mn-lt"/>
            </a:endParaRPr>
          </a:p>
          <a:p>
            <a:pPr marL="457200">
              <a:lnSpc>
                <a:spcPct val="100000"/>
              </a:lnSpc>
            </a:pPr>
            <a:endParaRPr sz="2800" dirty="0">
              <a:latin typeface="+mn-lt"/>
            </a:endParaRPr>
          </a:p>
          <a:p>
            <a:pPr marL="457200">
              <a:lnSpc>
                <a:spcPct val="100000"/>
              </a:lnSpc>
            </a:pPr>
            <a:endParaRPr sz="2800" dirty="0">
              <a:latin typeface="+mn-lt"/>
            </a:endParaRPr>
          </a:p>
          <a:p>
            <a:pPr marL="742315" marR="410845" indent="-273050">
              <a:lnSpc>
                <a:spcPts val="2810"/>
              </a:lnSpc>
              <a:buClr>
                <a:srgbClr val="D24717"/>
              </a:buClr>
              <a:buSzPct val="84615"/>
              <a:buFont typeface="Arial"/>
              <a:buChar char=""/>
              <a:tabLst>
                <a:tab pos="743585" algn="l"/>
              </a:tabLst>
            </a:pPr>
            <a:r>
              <a:rPr sz="2800" spc="-335" dirty="0">
                <a:latin typeface="+mn-lt"/>
              </a:rPr>
              <a:t>“A </a:t>
            </a:r>
            <a:r>
              <a:rPr sz="2800" spc="-105" dirty="0">
                <a:latin typeface="+mn-lt"/>
              </a:rPr>
              <a:t>collection </a:t>
            </a:r>
            <a:r>
              <a:rPr sz="2800" spc="-150" dirty="0">
                <a:latin typeface="+mn-lt"/>
              </a:rPr>
              <a:t>of </a:t>
            </a:r>
            <a:r>
              <a:rPr sz="2800" spc="-130" dirty="0">
                <a:latin typeface="+mn-lt"/>
              </a:rPr>
              <a:t>data </a:t>
            </a:r>
            <a:r>
              <a:rPr sz="2800" spc="-110" dirty="0">
                <a:latin typeface="+mn-lt"/>
              </a:rPr>
              <a:t>arranged </a:t>
            </a:r>
            <a:r>
              <a:rPr sz="2800" spc="-95" dirty="0">
                <a:latin typeface="+mn-lt"/>
              </a:rPr>
              <a:t>for </a:t>
            </a:r>
            <a:r>
              <a:rPr sz="2800" spc="-150" dirty="0">
                <a:latin typeface="+mn-lt"/>
              </a:rPr>
              <a:t>ease </a:t>
            </a:r>
            <a:r>
              <a:rPr sz="2800" spc="-145" dirty="0">
                <a:latin typeface="+mn-lt"/>
              </a:rPr>
              <a:t>and </a:t>
            </a:r>
            <a:r>
              <a:rPr sz="2800" spc="-125" dirty="0">
                <a:latin typeface="+mn-lt"/>
              </a:rPr>
              <a:t>speed </a:t>
            </a:r>
            <a:r>
              <a:rPr sz="2800" spc="-150" dirty="0">
                <a:latin typeface="+mn-lt"/>
              </a:rPr>
              <a:t>of </a:t>
            </a:r>
            <a:r>
              <a:rPr sz="2800" spc="-190" dirty="0">
                <a:latin typeface="+mn-lt"/>
              </a:rPr>
              <a:t>search  </a:t>
            </a:r>
            <a:r>
              <a:rPr sz="2800" spc="-145" dirty="0">
                <a:latin typeface="+mn-lt"/>
              </a:rPr>
              <a:t>and</a:t>
            </a:r>
            <a:r>
              <a:rPr sz="2800" spc="-85" dirty="0">
                <a:latin typeface="+mn-lt"/>
              </a:rPr>
              <a:t> </a:t>
            </a:r>
            <a:r>
              <a:rPr sz="2800" spc="-114" dirty="0">
                <a:latin typeface="+mn-lt"/>
              </a:rPr>
              <a:t>retrieval”</a:t>
            </a:r>
          </a:p>
          <a:p>
            <a:pPr marL="457200" marR="5080" algn="r">
              <a:lnSpc>
                <a:spcPct val="100000"/>
              </a:lnSpc>
              <a:spcBef>
                <a:spcPts val="185"/>
              </a:spcBef>
            </a:pPr>
            <a:r>
              <a:rPr sz="2000" spc="-120" dirty="0"/>
              <a:t>D</a:t>
            </a:r>
            <a:r>
              <a:rPr sz="2000" spc="-85" dirty="0"/>
              <a:t>i</a:t>
            </a:r>
            <a:r>
              <a:rPr sz="2000" spc="-145" dirty="0"/>
              <a:t>c</a:t>
            </a:r>
            <a:r>
              <a:rPr sz="2000" spc="-40" dirty="0"/>
              <a:t>ti</a:t>
            </a:r>
            <a:r>
              <a:rPr sz="2000" spc="-80" dirty="0"/>
              <a:t>o</a:t>
            </a:r>
            <a:r>
              <a:rPr sz="2000" spc="-95" dirty="0"/>
              <a:t>n</a:t>
            </a:r>
            <a:r>
              <a:rPr sz="2000" spc="-80" dirty="0"/>
              <a:t>a</a:t>
            </a:r>
            <a:r>
              <a:rPr sz="2000" spc="-45" dirty="0"/>
              <a:t>r</a:t>
            </a:r>
            <a:r>
              <a:rPr sz="2000" spc="-370" dirty="0"/>
              <a:t>y</a:t>
            </a:r>
            <a:r>
              <a:rPr sz="2000" spc="-35" dirty="0"/>
              <a:t>.c</a:t>
            </a:r>
            <a:r>
              <a:rPr sz="2000" spc="-60" dirty="0"/>
              <a:t>o</a:t>
            </a:r>
            <a:r>
              <a:rPr sz="2000" spc="-114" dirty="0"/>
              <a:t>m</a:t>
            </a:r>
            <a:endParaRPr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ntroduction to Databases and SQL (With Examples)">
            <a:extLst>
              <a:ext uri="{FF2B5EF4-FFF2-40B4-BE49-F238E27FC236}">
                <a16:creationId xmlns:a16="http://schemas.microsoft.com/office/drawing/2014/main" id="{DFF81B68-8670-A773-E41E-AA075FB3FB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23938"/>
            <a:ext cx="9144000" cy="480853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0A749766-3BE6-5633-64CC-414EF1EF0A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15994"/>
            <a:ext cx="9144000" cy="4016481"/>
          </a:xfrm>
          <a:prstGeom prst="rect">
            <a:avLst/>
          </a:prstGeom>
        </p:spPr>
      </p:pic>
    </p:spTree>
    <p:extLst>
      <p:ext uri="{BB962C8B-B14F-4D97-AF65-F5344CB8AC3E}">
        <p14:creationId xmlns:p14="http://schemas.microsoft.com/office/powerpoint/2010/main" val="2306389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1000"/>
                                        <p:tgtEl>
                                          <p:spTgt spid="1026"/>
                                        </p:tgtEl>
                                      </p:cBhvr>
                                    </p:animEffect>
                                    <p:anim calcmode="lin" valueType="num">
                                      <p:cBhvr>
                                        <p:cTn id="8" dur="1000" fill="hold"/>
                                        <p:tgtEl>
                                          <p:spTgt spid="1026"/>
                                        </p:tgtEl>
                                        <p:attrNameLst>
                                          <p:attrName>ppt_x</p:attrName>
                                        </p:attrNameLst>
                                      </p:cBhvr>
                                      <p:tavLst>
                                        <p:tav tm="0">
                                          <p:val>
                                            <p:strVal val="#ppt_x"/>
                                          </p:val>
                                        </p:tav>
                                        <p:tav tm="100000">
                                          <p:val>
                                            <p:strVal val="#ppt_x"/>
                                          </p:val>
                                        </p:tav>
                                      </p:tavLst>
                                    </p:anim>
                                    <p:anim calcmode="lin" valueType="num">
                                      <p:cBhvr>
                                        <p:cTn id="9"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3444" y="688974"/>
            <a:ext cx="5026356" cy="627736"/>
          </a:xfrm>
          <a:prstGeom prst="rect">
            <a:avLst/>
          </a:prstGeom>
        </p:spPr>
        <p:txBody>
          <a:bodyPr vert="horz" wrap="square" lIns="0" tIns="12065" rIns="0" bIns="0" rtlCol="0">
            <a:spAutoFit/>
          </a:bodyPr>
          <a:lstStyle/>
          <a:p>
            <a:pPr marL="12700">
              <a:lnSpc>
                <a:spcPct val="100000"/>
              </a:lnSpc>
              <a:spcBef>
                <a:spcPts val="95"/>
              </a:spcBef>
            </a:pPr>
            <a:r>
              <a:rPr b="1" spc="-80" dirty="0"/>
              <a:t>Da</a:t>
            </a:r>
            <a:r>
              <a:rPr b="1" spc="-75" dirty="0"/>
              <a:t>t</a:t>
            </a:r>
            <a:r>
              <a:rPr b="1" spc="10" dirty="0"/>
              <a:t>abas</a:t>
            </a:r>
            <a:r>
              <a:rPr b="1" dirty="0"/>
              <a:t>e</a:t>
            </a:r>
            <a:r>
              <a:rPr lang="en-US" b="1" spc="229" dirty="0"/>
              <a:t> Examples</a:t>
            </a:r>
            <a:endParaRPr b="1" spc="229" dirty="0"/>
          </a:p>
        </p:txBody>
      </p:sp>
      <p:sp>
        <p:nvSpPr>
          <p:cNvPr id="3" name="object 3"/>
          <p:cNvSpPr txBox="1"/>
          <p:nvPr/>
        </p:nvSpPr>
        <p:spPr>
          <a:xfrm>
            <a:off x="993444" y="1362582"/>
            <a:ext cx="2676525" cy="4285469"/>
          </a:xfrm>
          <a:prstGeom prst="rect">
            <a:avLst/>
          </a:prstGeom>
        </p:spPr>
        <p:txBody>
          <a:bodyPr vert="horz" wrap="square" lIns="0" tIns="88265" rIns="0" bIns="0" rtlCol="0">
            <a:spAutoFit/>
          </a:bodyPr>
          <a:lstStyle/>
          <a:p>
            <a:pPr marL="354965" indent="-342900">
              <a:lnSpc>
                <a:spcPct val="150000"/>
              </a:lnSpc>
              <a:spcBef>
                <a:spcPts val="695"/>
              </a:spcBef>
              <a:buClr>
                <a:srgbClr val="D24717"/>
              </a:buClr>
              <a:buSzPct val="85416"/>
              <a:buFont typeface="Arial" panose="020B0604020202020204" pitchFamily="34" charset="0"/>
              <a:buChar char="•"/>
              <a:tabLst>
                <a:tab pos="285115" algn="l"/>
                <a:tab pos="285750" algn="l"/>
              </a:tabLst>
            </a:pPr>
            <a:r>
              <a:rPr sz="2400" spc="-120" dirty="0">
                <a:latin typeface="Times New Roman"/>
                <a:cs typeface="Times New Roman"/>
              </a:rPr>
              <a:t>Library</a:t>
            </a:r>
            <a:r>
              <a:rPr sz="2400" spc="-90" dirty="0">
                <a:latin typeface="Times New Roman"/>
                <a:cs typeface="Times New Roman"/>
              </a:rPr>
              <a:t> </a:t>
            </a:r>
            <a:r>
              <a:rPr sz="2400" spc="-130" dirty="0">
                <a:latin typeface="Times New Roman"/>
                <a:cs typeface="Times New Roman"/>
              </a:rPr>
              <a:t>catalogues</a:t>
            </a:r>
            <a:endParaRPr sz="2400" dirty="0">
              <a:latin typeface="Times New Roman"/>
              <a:cs typeface="Times New Roman"/>
            </a:endParaRPr>
          </a:p>
          <a:p>
            <a:pPr marL="354965" indent="-342900">
              <a:lnSpc>
                <a:spcPct val="150000"/>
              </a:lnSpc>
              <a:spcBef>
                <a:spcPts val="600"/>
              </a:spcBef>
              <a:buClr>
                <a:srgbClr val="D24717"/>
              </a:buClr>
              <a:buSzPct val="85416"/>
              <a:buFont typeface="Arial" panose="020B0604020202020204" pitchFamily="34" charset="0"/>
              <a:buChar char="•"/>
              <a:tabLst>
                <a:tab pos="285115" algn="l"/>
                <a:tab pos="285750" algn="l"/>
              </a:tabLst>
            </a:pPr>
            <a:r>
              <a:rPr sz="2400" spc="-150" dirty="0">
                <a:latin typeface="Times New Roman"/>
                <a:cs typeface="Times New Roman"/>
              </a:rPr>
              <a:t>Medical</a:t>
            </a:r>
            <a:r>
              <a:rPr sz="2400" spc="-65" dirty="0">
                <a:latin typeface="Times New Roman"/>
                <a:cs typeface="Times New Roman"/>
              </a:rPr>
              <a:t> </a:t>
            </a:r>
            <a:r>
              <a:rPr sz="2400" spc="-85" dirty="0">
                <a:latin typeface="Times New Roman"/>
                <a:cs typeface="Times New Roman"/>
              </a:rPr>
              <a:t>records</a:t>
            </a:r>
            <a:endParaRPr sz="2400" dirty="0">
              <a:latin typeface="Times New Roman"/>
              <a:cs typeface="Times New Roman"/>
            </a:endParaRPr>
          </a:p>
          <a:p>
            <a:pPr marL="354965" indent="-342900">
              <a:lnSpc>
                <a:spcPct val="150000"/>
              </a:lnSpc>
              <a:spcBef>
                <a:spcPts val="605"/>
              </a:spcBef>
              <a:buClr>
                <a:srgbClr val="D24717"/>
              </a:buClr>
              <a:buSzPct val="85416"/>
              <a:buFont typeface="Arial" panose="020B0604020202020204" pitchFamily="34" charset="0"/>
              <a:buChar char="•"/>
              <a:tabLst>
                <a:tab pos="285115" algn="l"/>
                <a:tab pos="285750" algn="l"/>
              </a:tabLst>
            </a:pPr>
            <a:r>
              <a:rPr sz="2400" spc="-204" dirty="0">
                <a:latin typeface="Times New Roman"/>
                <a:cs typeface="Times New Roman"/>
              </a:rPr>
              <a:t>Bank</a:t>
            </a:r>
            <a:r>
              <a:rPr sz="2400" spc="-75" dirty="0">
                <a:latin typeface="Times New Roman"/>
                <a:cs typeface="Times New Roman"/>
              </a:rPr>
              <a:t> </a:t>
            </a:r>
            <a:r>
              <a:rPr sz="2400" spc="-120" dirty="0">
                <a:latin typeface="Times New Roman"/>
                <a:cs typeface="Times New Roman"/>
              </a:rPr>
              <a:t>accounts</a:t>
            </a:r>
            <a:endParaRPr sz="2400" dirty="0">
              <a:latin typeface="Times New Roman"/>
              <a:cs typeface="Times New Roman"/>
            </a:endParaRPr>
          </a:p>
          <a:p>
            <a:pPr marL="354965" indent="-342900">
              <a:lnSpc>
                <a:spcPct val="150000"/>
              </a:lnSpc>
              <a:spcBef>
                <a:spcPts val="600"/>
              </a:spcBef>
              <a:buClr>
                <a:srgbClr val="D24717"/>
              </a:buClr>
              <a:buSzPct val="85416"/>
              <a:buFont typeface="Arial" panose="020B0604020202020204" pitchFamily="34" charset="0"/>
              <a:buChar char="•"/>
              <a:tabLst>
                <a:tab pos="285115" algn="l"/>
                <a:tab pos="285750" algn="l"/>
              </a:tabLst>
            </a:pPr>
            <a:r>
              <a:rPr sz="2400" spc="-135" dirty="0">
                <a:latin typeface="Times New Roman"/>
                <a:cs typeface="Times New Roman"/>
              </a:rPr>
              <a:t>Stock</a:t>
            </a:r>
            <a:r>
              <a:rPr sz="2400" spc="-65" dirty="0">
                <a:latin typeface="Times New Roman"/>
                <a:cs typeface="Times New Roman"/>
              </a:rPr>
              <a:t> </a:t>
            </a:r>
            <a:r>
              <a:rPr sz="2400" spc="-75" dirty="0">
                <a:latin typeface="Times New Roman"/>
                <a:cs typeface="Times New Roman"/>
              </a:rPr>
              <a:t>control</a:t>
            </a:r>
            <a:endParaRPr sz="2400" dirty="0">
              <a:latin typeface="Times New Roman"/>
              <a:cs typeface="Times New Roman"/>
            </a:endParaRPr>
          </a:p>
          <a:p>
            <a:pPr marL="354965" indent="-342900">
              <a:lnSpc>
                <a:spcPct val="150000"/>
              </a:lnSpc>
              <a:spcBef>
                <a:spcPts val="600"/>
              </a:spcBef>
              <a:buClr>
                <a:srgbClr val="D24717"/>
              </a:buClr>
              <a:buSzPct val="85416"/>
              <a:buFont typeface="Arial" panose="020B0604020202020204" pitchFamily="34" charset="0"/>
              <a:buChar char="•"/>
              <a:tabLst>
                <a:tab pos="285115" algn="l"/>
                <a:tab pos="285750" algn="l"/>
              </a:tabLst>
            </a:pPr>
            <a:r>
              <a:rPr sz="2400" spc="-80" dirty="0">
                <a:latin typeface="Times New Roman"/>
                <a:cs typeface="Times New Roman"/>
              </a:rPr>
              <a:t>Product</a:t>
            </a:r>
            <a:r>
              <a:rPr sz="2400" spc="-85" dirty="0">
                <a:latin typeface="Times New Roman"/>
                <a:cs typeface="Times New Roman"/>
              </a:rPr>
              <a:t> </a:t>
            </a:r>
            <a:r>
              <a:rPr sz="2400" spc="-130" dirty="0">
                <a:latin typeface="Times New Roman"/>
                <a:cs typeface="Times New Roman"/>
              </a:rPr>
              <a:t>catalogues</a:t>
            </a:r>
            <a:endParaRPr sz="2400" dirty="0">
              <a:latin typeface="Times New Roman"/>
              <a:cs typeface="Times New Roman"/>
            </a:endParaRPr>
          </a:p>
          <a:p>
            <a:pPr marL="354965" indent="-342900">
              <a:lnSpc>
                <a:spcPct val="150000"/>
              </a:lnSpc>
              <a:spcBef>
                <a:spcPts val="600"/>
              </a:spcBef>
              <a:buClr>
                <a:srgbClr val="D24717"/>
              </a:buClr>
              <a:buSzPct val="85416"/>
              <a:buFont typeface="Arial" panose="020B0604020202020204" pitchFamily="34" charset="0"/>
              <a:buChar char="•"/>
              <a:tabLst>
                <a:tab pos="285115" algn="l"/>
                <a:tab pos="285750" algn="l"/>
              </a:tabLst>
            </a:pPr>
            <a:r>
              <a:rPr sz="2400" spc="-140" dirty="0">
                <a:latin typeface="Times New Roman"/>
                <a:cs typeface="Times New Roman"/>
              </a:rPr>
              <a:t>Telephone</a:t>
            </a:r>
            <a:r>
              <a:rPr sz="2400" spc="-110" dirty="0">
                <a:latin typeface="Times New Roman"/>
                <a:cs typeface="Times New Roman"/>
              </a:rPr>
              <a:t> </a:t>
            </a:r>
            <a:r>
              <a:rPr sz="2400" spc="-80" dirty="0">
                <a:latin typeface="Times New Roman"/>
                <a:cs typeface="Times New Roman"/>
              </a:rPr>
              <a:t>directories</a:t>
            </a:r>
            <a:endParaRPr sz="2400" dirty="0">
              <a:latin typeface="Times New Roman"/>
              <a:cs typeface="Times New Roman"/>
            </a:endParaRPr>
          </a:p>
        </p:txBody>
      </p:sp>
      <p:sp>
        <p:nvSpPr>
          <p:cNvPr id="4" name="object 4"/>
          <p:cNvSpPr txBox="1"/>
          <p:nvPr/>
        </p:nvSpPr>
        <p:spPr>
          <a:xfrm>
            <a:off x="5013452" y="1362582"/>
            <a:ext cx="2395220" cy="3654527"/>
          </a:xfrm>
          <a:prstGeom prst="rect">
            <a:avLst/>
          </a:prstGeom>
        </p:spPr>
        <p:txBody>
          <a:bodyPr vert="horz" wrap="square" lIns="0" tIns="88265" rIns="0" bIns="0" rtlCol="0">
            <a:spAutoFit/>
          </a:bodyPr>
          <a:lstStyle/>
          <a:p>
            <a:pPr marL="355600" indent="-342900">
              <a:lnSpc>
                <a:spcPct val="150000"/>
              </a:lnSpc>
              <a:spcBef>
                <a:spcPts val="695"/>
              </a:spcBef>
              <a:buClr>
                <a:srgbClr val="D24717"/>
              </a:buClr>
              <a:buSzPct val="85416"/>
              <a:buFont typeface="Arial" panose="020B0604020202020204" pitchFamily="34" charset="0"/>
              <a:buChar char="•"/>
              <a:tabLst>
                <a:tab pos="286385" algn="l"/>
                <a:tab pos="287020" algn="l"/>
              </a:tabLst>
            </a:pPr>
            <a:r>
              <a:rPr sz="2400" spc="-135" dirty="0">
                <a:latin typeface="Times New Roman"/>
                <a:cs typeface="Times New Roman"/>
              </a:rPr>
              <a:t>Train</a:t>
            </a:r>
            <a:r>
              <a:rPr sz="2400" spc="-95" dirty="0">
                <a:latin typeface="Times New Roman"/>
                <a:cs typeface="Times New Roman"/>
              </a:rPr>
              <a:t> </a:t>
            </a:r>
            <a:r>
              <a:rPr sz="2400" spc="-105" dirty="0">
                <a:latin typeface="Times New Roman"/>
                <a:cs typeface="Times New Roman"/>
              </a:rPr>
              <a:t>timetables</a:t>
            </a:r>
            <a:endParaRPr sz="2400" dirty="0">
              <a:latin typeface="Times New Roman"/>
              <a:cs typeface="Times New Roman"/>
            </a:endParaRPr>
          </a:p>
          <a:p>
            <a:pPr marL="355600" indent="-342900">
              <a:lnSpc>
                <a:spcPct val="150000"/>
              </a:lnSpc>
              <a:spcBef>
                <a:spcPts val="600"/>
              </a:spcBef>
              <a:buClr>
                <a:srgbClr val="D24717"/>
              </a:buClr>
              <a:buSzPct val="85416"/>
              <a:buFont typeface="Arial" panose="020B0604020202020204" pitchFamily="34" charset="0"/>
              <a:buChar char="•"/>
              <a:tabLst>
                <a:tab pos="286385" algn="l"/>
                <a:tab pos="287020" algn="l"/>
              </a:tabLst>
            </a:pPr>
            <a:r>
              <a:rPr sz="2400" spc="-120" dirty="0">
                <a:latin typeface="Times New Roman"/>
                <a:cs typeface="Times New Roman"/>
              </a:rPr>
              <a:t>Airline</a:t>
            </a:r>
            <a:r>
              <a:rPr sz="2400" spc="-90" dirty="0">
                <a:latin typeface="Times New Roman"/>
                <a:cs typeface="Times New Roman"/>
              </a:rPr>
              <a:t> </a:t>
            </a:r>
            <a:r>
              <a:rPr sz="2400" spc="-135" dirty="0">
                <a:latin typeface="Times New Roman"/>
                <a:cs typeface="Times New Roman"/>
              </a:rPr>
              <a:t>bookings</a:t>
            </a:r>
            <a:endParaRPr sz="2400" dirty="0">
              <a:latin typeface="Times New Roman"/>
              <a:cs typeface="Times New Roman"/>
            </a:endParaRPr>
          </a:p>
          <a:p>
            <a:pPr marL="355600" indent="-342900">
              <a:lnSpc>
                <a:spcPct val="150000"/>
              </a:lnSpc>
              <a:spcBef>
                <a:spcPts val="605"/>
              </a:spcBef>
              <a:buClr>
                <a:srgbClr val="D24717"/>
              </a:buClr>
              <a:buSzPct val="85416"/>
              <a:buFont typeface="Arial" panose="020B0604020202020204" pitchFamily="34" charset="0"/>
              <a:buChar char="•"/>
              <a:tabLst>
                <a:tab pos="286385" algn="l"/>
                <a:tab pos="287020" algn="l"/>
              </a:tabLst>
            </a:pPr>
            <a:r>
              <a:rPr sz="2400" spc="-70" dirty="0">
                <a:latin typeface="Times New Roman"/>
                <a:cs typeface="Times New Roman"/>
              </a:rPr>
              <a:t>Credit </a:t>
            </a:r>
            <a:r>
              <a:rPr sz="2400" spc="-105" dirty="0">
                <a:latin typeface="Times New Roman"/>
                <a:cs typeface="Times New Roman"/>
              </a:rPr>
              <a:t>card</a:t>
            </a:r>
            <a:r>
              <a:rPr sz="2400" spc="-85" dirty="0">
                <a:latin typeface="Times New Roman"/>
                <a:cs typeface="Times New Roman"/>
              </a:rPr>
              <a:t> </a:t>
            </a:r>
            <a:r>
              <a:rPr sz="2400" spc="-110" dirty="0">
                <a:latin typeface="Times New Roman"/>
                <a:cs typeface="Times New Roman"/>
              </a:rPr>
              <a:t>details</a:t>
            </a:r>
            <a:endParaRPr sz="2400" dirty="0">
              <a:latin typeface="Times New Roman"/>
              <a:cs typeface="Times New Roman"/>
            </a:endParaRPr>
          </a:p>
          <a:p>
            <a:pPr marL="355600" indent="-342900">
              <a:lnSpc>
                <a:spcPct val="150000"/>
              </a:lnSpc>
              <a:spcBef>
                <a:spcPts val="600"/>
              </a:spcBef>
              <a:buClr>
                <a:srgbClr val="D24717"/>
              </a:buClr>
              <a:buSzPct val="85416"/>
              <a:buFont typeface="Arial" panose="020B0604020202020204" pitchFamily="34" charset="0"/>
              <a:buChar char="•"/>
              <a:tabLst>
                <a:tab pos="286385" algn="l"/>
                <a:tab pos="287020" algn="l"/>
              </a:tabLst>
            </a:pPr>
            <a:r>
              <a:rPr sz="2400" spc="-95" dirty="0">
                <a:latin typeface="Times New Roman"/>
                <a:cs typeface="Times New Roman"/>
              </a:rPr>
              <a:t>Student</a:t>
            </a:r>
            <a:r>
              <a:rPr sz="2400" spc="-75" dirty="0">
                <a:latin typeface="Times New Roman"/>
                <a:cs typeface="Times New Roman"/>
              </a:rPr>
              <a:t> </a:t>
            </a:r>
            <a:r>
              <a:rPr sz="2400" spc="-85" dirty="0">
                <a:latin typeface="Times New Roman"/>
                <a:cs typeface="Times New Roman"/>
              </a:rPr>
              <a:t>records</a:t>
            </a:r>
            <a:endParaRPr sz="2400" dirty="0">
              <a:latin typeface="Times New Roman"/>
              <a:cs typeface="Times New Roman"/>
            </a:endParaRPr>
          </a:p>
          <a:p>
            <a:pPr marL="355600" indent="-342900">
              <a:lnSpc>
                <a:spcPct val="150000"/>
              </a:lnSpc>
              <a:spcBef>
                <a:spcPts val="600"/>
              </a:spcBef>
              <a:buClr>
                <a:srgbClr val="D24717"/>
              </a:buClr>
              <a:buSzPct val="85416"/>
              <a:buFont typeface="Arial" panose="020B0604020202020204" pitchFamily="34" charset="0"/>
              <a:buChar char="•"/>
              <a:tabLst>
                <a:tab pos="286385" algn="l"/>
                <a:tab pos="287020" algn="l"/>
              </a:tabLst>
            </a:pPr>
            <a:r>
              <a:rPr sz="2400" spc="-90" dirty="0">
                <a:latin typeface="Times New Roman"/>
                <a:cs typeface="Times New Roman"/>
              </a:rPr>
              <a:t>Customer</a:t>
            </a:r>
            <a:r>
              <a:rPr sz="2400" spc="-105" dirty="0">
                <a:latin typeface="Times New Roman"/>
                <a:cs typeface="Times New Roman"/>
              </a:rPr>
              <a:t> </a:t>
            </a:r>
            <a:r>
              <a:rPr sz="2400" spc="-95" dirty="0">
                <a:latin typeface="Times New Roman"/>
                <a:cs typeface="Times New Roman"/>
              </a:rPr>
              <a:t>histories</a:t>
            </a:r>
            <a:endParaRPr sz="2400" dirty="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59531F15-4C2E-BACE-3C8D-DABF1F8BCFB0}"/>
              </a:ext>
            </a:extLst>
          </p:cNvPr>
          <p:cNvGraphicFramePr/>
          <p:nvPr>
            <p:extLst>
              <p:ext uri="{D42A27DB-BD31-4B8C-83A1-F6EECF244321}">
                <p14:modId xmlns:p14="http://schemas.microsoft.com/office/powerpoint/2010/main" val="2097895401"/>
              </p:ext>
            </p:extLst>
          </p:nvPr>
        </p:nvGraphicFramePr>
        <p:xfrm>
          <a:off x="0" y="9832"/>
          <a:ext cx="9144000" cy="68481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9143B933-8DFA-8F08-6F72-6BA1D956EB62}"/>
              </a:ext>
            </a:extLst>
          </p:cNvPr>
          <p:cNvSpPr txBox="1"/>
          <p:nvPr/>
        </p:nvSpPr>
        <p:spPr>
          <a:xfrm>
            <a:off x="3962400" y="6396335"/>
            <a:ext cx="5410200" cy="461665"/>
          </a:xfrm>
          <a:prstGeom prst="rect">
            <a:avLst/>
          </a:prstGeom>
          <a:noFill/>
        </p:spPr>
        <p:txBody>
          <a:bodyPr wrap="square" rtlCol="0">
            <a:spAutoFit/>
          </a:bodyPr>
          <a:lstStyle/>
          <a:p>
            <a:r>
              <a:rPr lang="en-US" sz="2400" b="1" spc="-215" dirty="0">
                <a:latin typeface="Cascadia Mono" panose="020B0609020000020004" pitchFamily="49" charset="0"/>
                <a:cs typeface="Cascadia Mono" panose="020B0609020000020004" pitchFamily="49" charset="0"/>
              </a:rPr>
              <a:t>We </a:t>
            </a:r>
            <a:r>
              <a:rPr lang="en-US" sz="2400" b="1" spc="-140" dirty="0">
                <a:latin typeface="Cascadia Mono" panose="020B0609020000020004" pitchFamily="49" charset="0"/>
                <a:cs typeface="Cascadia Mono" panose="020B0609020000020004" pitchFamily="49" charset="0"/>
              </a:rPr>
              <a:t>focus </a:t>
            </a:r>
            <a:r>
              <a:rPr lang="en-US" sz="2400" b="1" spc="-155" dirty="0">
                <a:latin typeface="Cascadia Mono" panose="020B0609020000020004" pitchFamily="49" charset="0"/>
                <a:cs typeface="Cascadia Mono" panose="020B0609020000020004" pitchFamily="49" charset="0"/>
              </a:rPr>
              <a:t>mainly </a:t>
            </a:r>
            <a:r>
              <a:rPr lang="en-US" sz="2400" b="1" spc="-100" dirty="0">
                <a:latin typeface="Cascadia Mono" panose="020B0609020000020004" pitchFamily="49" charset="0"/>
                <a:cs typeface="Cascadia Mono" panose="020B0609020000020004" pitchFamily="49" charset="0"/>
              </a:rPr>
              <a:t>on</a:t>
            </a:r>
            <a:r>
              <a:rPr lang="en-US" sz="2400" b="1" spc="-150" dirty="0">
                <a:latin typeface="Cascadia Mono" panose="020B0609020000020004" pitchFamily="49" charset="0"/>
                <a:cs typeface="Cascadia Mono" panose="020B0609020000020004" pitchFamily="49" charset="0"/>
              </a:rPr>
              <a:t> </a:t>
            </a:r>
            <a:r>
              <a:rPr lang="en-US" sz="2400" b="1" spc="-70" dirty="0">
                <a:latin typeface="Cascadia Mono" panose="020B0609020000020004" pitchFamily="49" charset="0"/>
                <a:cs typeface="Cascadia Mono" panose="020B0609020000020004" pitchFamily="49" charset="0"/>
              </a:rPr>
              <a:t>the</a:t>
            </a:r>
            <a:r>
              <a:rPr lang="en-US" sz="2400" b="1" dirty="0">
                <a:latin typeface="Cascadia Mono" panose="020B0609020000020004" pitchFamily="49" charset="0"/>
                <a:cs typeface="Cascadia Mono" panose="020B0609020000020004" pitchFamily="49" charset="0"/>
              </a:rPr>
              <a:t> </a:t>
            </a:r>
            <a:r>
              <a:rPr lang="en-US" sz="2400" b="1" spc="-110" dirty="0">
                <a:latin typeface="Cascadia Mono" panose="020B0609020000020004" pitchFamily="49" charset="0"/>
                <a:cs typeface="Cascadia Mono" panose="020B0609020000020004" pitchFamily="49" charset="0"/>
              </a:rPr>
              <a:t>software</a:t>
            </a:r>
            <a:endParaRPr lang="en-US"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AAA1550C-5EC5-F03D-360E-1EB25C1D5E68}"/>
              </a:ext>
            </a:extLst>
          </p:cNvPr>
          <p:cNvSpPr txBox="1"/>
          <p:nvPr/>
        </p:nvSpPr>
        <p:spPr>
          <a:xfrm>
            <a:off x="1243696" y="762000"/>
            <a:ext cx="7885556" cy="1756891"/>
          </a:xfrm>
          <a:prstGeom prst="rect">
            <a:avLst/>
          </a:prstGeom>
        </p:spPr>
        <p:txBody>
          <a:bodyPr vert="horz" wrap="square" lIns="0" tIns="12700" rIns="0" bIns="0" rtlCol="0">
            <a:spAutoFit/>
          </a:bodyPr>
          <a:lstStyle/>
          <a:p>
            <a:pPr marL="561340" lvl="1" indent="-229235">
              <a:lnSpc>
                <a:spcPct val="100000"/>
              </a:lnSpc>
              <a:spcBef>
                <a:spcPts val="450"/>
              </a:spcBef>
              <a:buClr>
                <a:srgbClr val="9B2C1F"/>
              </a:buClr>
              <a:buSzPct val="85000"/>
              <a:buFont typeface="Arial"/>
              <a:buChar char=""/>
              <a:tabLst>
                <a:tab pos="561340" algn="l"/>
              </a:tabLst>
            </a:pPr>
            <a:endParaRPr sz="2000" dirty="0">
              <a:latin typeface="Cascadia Mono" panose="020B0609020000020004" pitchFamily="49" charset="0"/>
              <a:cs typeface="Cascadia Mono" panose="020B0609020000020004" pitchFamily="49" charset="0"/>
            </a:endParaRPr>
          </a:p>
          <a:p>
            <a:pPr marL="561340" lvl="1" indent="-229235">
              <a:lnSpc>
                <a:spcPct val="100000"/>
              </a:lnSpc>
              <a:spcBef>
                <a:spcPts val="409"/>
              </a:spcBef>
              <a:buClr>
                <a:srgbClr val="9B2C1F"/>
              </a:buClr>
              <a:buSzPct val="85000"/>
              <a:buFont typeface="Arial"/>
              <a:buChar char=""/>
              <a:tabLst>
                <a:tab pos="561340" algn="l"/>
              </a:tabLst>
            </a:pPr>
            <a:endParaRPr sz="2000" dirty="0">
              <a:latin typeface="Cascadia Mono" panose="020B0609020000020004" pitchFamily="49" charset="0"/>
              <a:cs typeface="Cascadia Mono" panose="020B0609020000020004" pitchFamily="49" charset="0"/>
            </a:endParaRPr>
          </a:p>
          <a:p>
            <a:pPr marL="561340" lvl="1" indent="-229235">
              <a:lnSpc>
                <a:spcPct val="100000"/>
              </a:lnSpc>
              <a:spcBef>
                <a:spcPts val="395"/>
              </a:spcBef>
              <a:buClr>
                <a:srgbClr val="9B2C1F"/>
              </a:buClr>
              <a:buSzPct val="85000"/>
              <a:buFont typeface="Arial"/>
              <a:buChar char=""/>
              <a:tabLst>
                <a:tab pos="561340" algn="l"/>
              </a:tabLst>
            </a:pPr>
            <a:endParaRPr sz="2000" dirty="0">
              <a:latin typeface="Cascadia Mono" panose="020B0609020000020004" pitchFamily="49" charset="0"/>
              <a:cs typeface="Cascadia Mono" panose="020B0609020000020004" pitchFamily="49" charset="0"/>
            </a:endParaRPr>
          </a:p>
          <a:p>
            <a:pPr marL="561340" lvl="1" indent="-229235">
              <a:lnSpc>
                <a:spcPct val="100000"/>
              </a:lnSpc>
              <a:spcBef>
                <a:spcPts val="395"/>
              </a:spcBef>
              <a:buClr>
                <a:srgbClr val="9B2C1F"/>
              </a:buClr>
              <a:buSzPct val="85000"/>
              <a:buFont typeface="Arial"/>
              <a:buChar char=""/>
              <a:tabLst>
                <a:tab pos="561340" algn="l"/>
              </a:tabLst>
            </a:pPr>
            <a:endParaRPr sz="2000" dirty="0">
              <a:latin typeface="Cascadia Mono" panose="020B0609020000020004" pitchFamily="49" charset="0"/>
              <a:cs typeface="Cascadia Mono" panose="020B0609020000020004" pitchFamily="49" charset="0"/>
            </a:endParaRPr>
          </a:p>
          <a:p>
            <a:pPr marL="561340" lvl="1" indent="-229235">
              <a:lnSpc>
                <a:spcPct val="100000"/>
              </a:lnSpc>
              <a:spcBef>
                <a:spcPts val="409"/>
              </a:spcBef>
              <a:buClr>
                <a:srgbClr val="9B2C1F"/>
              </a:buClr>
              <a:buSzPct val="85000"/>
              <a:buFont typeface="Arial"/>
              <a:buChar char=""/>
              <a:tabLst>
                <a:tab pos="561340" algn="l"/>
              </a:tabLst>
            </a:pPr>
            <a:endParaRPr sz="2000" dirty="0">
              <a:latin typeface="Cascadia Mono" panose="020B0609020000020004" pitchFamily="49" charset="0"/>
              <a:cs typeface="Cascadia Mono" panose="020B0609020000020004" pitchFamily="49" charset="0"/>
            </a:endParaRPr>
          </a:p>
        </p:txBody>
      </p:sp>
      <p:graphicFrame>
        <p:nvGraphicFramePr>
          <p:cNvPr id="3" name="Diagram 2">
            <a:extLst>
              <a:ext uri="{FF2B5EF4-FFF2-40B4-BE49-F238E27FC236}">
                <a16:creationId xmlns:a16="http://schemas.microsoft.com/office/drawing/2014/main" id="{916C5E7C-47C1-D389-AD9C-34A2DC422B88}"/>
              </a:ext>
            </a:extLst>
          </p:cNvPr>
          <p:cNvGraphicFramePr/>
          <p:nvPr>
            <p:extLst>
              <p:ext uri="{D42A27DB-BD31-4B8C-83A1-F6EECF244321}">
                <p14:modId xmlns:p14="http://schemas.microsoft.com/office/powerpoint/2010/main" val="1391797807"/>
              </p:ext>
            </p:extLst>
          </p:nvPr>
        </p:nvGraphicFramePr>
        <p:xfrm>
          <a:off x="-12291" y="0"/>
          <a:ext cx="9296400" cy="7010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A3DB8908-0953-9E01-E478-EF0351061463}"/>
              </a:ext>
            </a:extLst>
          </p:cNvPr>
          <p:cNvSpPr txBox="1"/>
          <p:nvPr/>
        </p:nvSpPr>
        <p:spPr>
          <a:xfrm>
            <a:off x="1009650" y="533400"/>
            <a:ext cx="7524750" cy="707886"/>
          </a:xfrm>
          <a:prstGeom prst="rect">
            <a:avLst/>
          </a:prstGeom>
          <a:noFill/>
        </p:spPr>
        <p:txBody>
          <a:bodyPr wrap="square" rtlCol="0">
            <a:spAutoFit/>
          </a:bodyPr>
          <a:lstStyle/>
          <a:p>
            <a:r>
              <a:rPr lang="en-US" sz="4000" b="1" dirty="0">
                <a:latin typeface="Trebuchet MS" panose="020B0603020202020204" pitchFamily="34" charset="0"/>
              </a:rPr>
              <a:t>Functions of Database System</a:t>
            </a:r>
          </a:p>
        </p:txBody>
      </p:sp>
    </p:spTree>
    <p:extLst>
      <p:ext uri="{BB962C8B-B14F-4D97-AF65-F5344CB8AC3E}">
        <p14:creationId xmlns:p14="http://schemas.microsoft.com/office/powerpoint/2010/main" val="1597006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7B17"/>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AD5CB6A-4FA7-A396-CC36-E8748A41C6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0"/>
            <a:ext cx="6858000" cy="6858000"/>
          </a:xfrm>
          <a:prstGeom prst="rect">
            <a:avLst/>
          </a:prstGeom>
        </p:spPr>
      </p:pic>
    </p:spTree>
    <p:extLst>
      <p:ext uri="{BB962C8B-B14F-4D97-AF65-F5344CB8AC3E}">
        <p14:creationId xmlns:p14="http://schemas.microsoft.com/office/powerpoint/2010/main" val="3300806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5822" y="501838"/>
            <a:ext cx="7312356" cy="627736"/>
          </a:xfrm>
          <a:prstGeom prst="rect">
            <a:avLst/>
          </a:prstGeom>
        </p:spPr>
        <p:txBody>
          <a:bodyPr vert="horz" wrap="square" lIns="0" tIns="12065" rIns="0" bIns="0" rtlCol="0">
            <a:spAutoFit/>
          </a:bodyPr>
          <a:lstStyle/>
          <a:p>
            <a:pPr marL="12700">
              <a:lnSpc>
                <a:spcPct val="100000"/>
              </a:lnSpc>
              <a:spcBef>
                <a:spcPts val="95"/>
              </a:spcBef>
            </a:pPr>
            <a:r>
              <a:rPr b="1" spc="-20" dirty="0"/>
              <a:t>Database </a:t>
            </a:r>
            <a:r>
              <a:rPr b="1" spc="-35" dirty="0"/>
              <a:t>Management</a:t>
            </a:r>
            <a:r>
              <a:rPr b="1" spc="-455" dirty="0"/>
              <a:t> </a:t>
            </a:r>
            <a:r>
              <a:rPr b="1" spc="-20" dirty="0"/>
              <a:t>Systems</a:t>
            </a:r>
          </a:p>
        </p:txBody>
      </p:sp>
      <p:sp>
        <p:nvSpPr>
          <p:cNvPr id="3" name="object 3"/>
          <p:cNvSpPr txBox="1"/>
          <p:nvPr/>
        </p:nvSpPr>
        <p:spPr>
          <a:xfrm>
            <a:off x="457200" y="1161529"/>
            <a:ext cx="8458200" cy="1961947"/>
          </a:xfrm>
          <a:prstGeom prst="rect">
            <a:avLst/>
          </a:prstGeom>
        </p:spPr>
        <p:txBody>
          <a:bodyPr vert="horz" wrap="square" lIns="0" tIns="12700" rIns="0" bIns="0" rtlCol="0">
            <a:spAutoFit/>
          </a:bodyPr>
          <a:lstStyle/>
          <a:p>
            <a:pPr marL="354965" marR="5080" indent="-342900">
              <a:lnSpc>
                <a:spcPct val="150000"/>
              </a:lnSpc>
              <a:spcBef>
                <a:spcPts val="100"/>
              </a:spcBef>
              <a:buClr>
                <a:srgbClr val="D24717"/>
              </a:buClr>
              <a:buSzPct val="85416"/>
              <a:buFont typeface="Arial" panose="020B0604020202020204" pitchFamily="34" charset="0"/>
              <a:buChar char="•"/>
              <a:tabLst>
                <a:tab pos="285115" algn="l"/>
                <a:tab pos="285750" algn="l"/>
              </a:tabLst>
            </a:pPr>
            <a:r>
              <a:rPr sz="2800" spc="-310" dirty="0">
                <a:cs typeface="Times New Roman"/>
              </a:rPr>
              <a:t>A </a:t>
            </a:r>
            <a:r>
              <a:rPr lang="en-US" sz="2800" spc="-310" dirty="0">
                <a:cs typeface="Times New Roman"/>
              </a:rPr>
              <a:t> </a:t>
            </a:r>
            <a:r>
              <a:rPr sz="2800" b="1" spc="-135" dirty="0">
                <a:cs typeface="Times New Roman"/>
              </a:rPr>
              <a:t>database</a:t>
            </a:r>
            <a:r>
              <a:rPr sz="2800" spc="-135" dirty="0">
                <a:cs typeface="Times New Roman"/>
              </a:rPr>
              <a:t> </a:t>
            </a:r>
            <a:r>
              <a:rPr sz="2800" spc="-150" dirty="0">
                <a:cs typeface="Times New Roman"/>
              </a:rPr>
              <a:t>is </a:t>
            </a:r>
            <a:r>
              <a:rPr sz="2800" spc="-190" dirty="0">
                <a:cs typeface="Times New Roman"/>
              </a:rPr>
              <a:t>a </a:t>
            </a:r>
            <a:r>
              <a:rPr sz="2800" spc="-95" dirty="0">
                <a:cs typeface="Times New Roman"/>
              </a:rPr>
              <a:t>collection </a:t>
            </a:r>
            <a:r>
              <a:rPr sz="2800" spc="-140" dirty="0">
                <a:cs typeface="Times New Roman"/>
              </a:rPr>
              <a:t>of  </a:t>
            </a:r>
            <a:r>
              <a:rPr sz="2800" spc="-95" dirty="0">
                <a:cs typeface="Times New Roman"/>
              </a:rPr>
              <a:t>information</a:t>
            </a:r>
            <a:endParaRPr sz="2800" dirty="0">
              <a:cs typeface="Times New Roman"/>
            </a:endParaRPr>
          </a:p>
          <a:p>
            <a:pPr marL="354965" marR="87630" indent="-342900">
              <a:lnSpc>
                <a:spcPct val="150000"/>
              </a:lnSpc>
              <a:spcBef>
                <a:spcPts val="600"/>
              </a:spcBef>
              <a:buClr>
                <a:srgbClr val="D24717"/>
              </a:buClr>
              <a:buSzPct val="85416"/>
              <a:buFont typeface="Arial" panose="020B0604020202020204" pitchFamily="34" charset="0"/>
              <a:buChar char="•"/>
              <a:tabLst>
                <a:tab pos="285115" algn="l"/>
                <a:tab pos="285750" algn="l"/>
              </a:tabLst>
            </a:pPr>
            <a:r>
              <a:rPr sz="2800" spc="-310" dirty="0">
                <a:cs typeface="Times New Roman"/>
              </a:rPr>
              <a:t>A </a:t>
            </a:r>
            <a:r>
              <a:rPr lang="en-US" sz="2800" spc="-310" dirty="0">
                <a:cs typeface="Times New Roman"/>
              </a:rPr>
              <a:t> </a:t>
            </a:r>
            <a:r>
              <a:rPr sz="2800" b="1" spc="-135" dirty="0">
                <a:cs typeface="Times New Roman"/>
              </a:rPr>
              <a:t>database </a:t>
            </a:r>
            <a:r>
              <a:rPr sz="2800" b="1" spc="-130" dirty="0">
                <a:cs typeface="Times New Roman"/>
              </a:rPr>
              <a:t>management  system </a:t>
            </a:r>
            <a:r>
              <a:rPr sz="2800" b="1" spc="-210" dirty="0">
                <a:cs typeface="Times New Roman"/>
              </a:rPr>
              <a:t>(DBMS) </a:t>
            </a:r>
            <a:r>
              <a:rPr sz="2800" spc="-150" dirty="0">
                <a:cs typeface="Times New Roman"/>
              </a:rPr>
              <a:t>is </a:t>
            </a:r>
            <a:r>
              <a:rPr sz="2800" spc="-70" dirty="0">
                <a:cs typeface="Times New Roman"/>
              </a:rPr>
              <a:t>the  </a:t>
            </a:r>
            <a:r>
              <a:rPr sz="2800" spc="-110" dirty="0">
                <a:cs typeface="Times New Roman"/>
              </a:rPr>
              <a:t>software </a:t>
            </a:r>
            <a:r>
              <a:rPr sz="2800" spc="-105" dirty="0">
                <a:cs typeface="Times New Roman"/>
              </a:rPr>
              <a:t>than </a:t>
            </a:r>
            <a:r>
              <a:rPr sz="2800" spc="-90" dirty="0">
                <a:cs typeface="Times New Roman"/>
              </a:rPr>
              <a:t>controls </a:t>
            </a:r>
            <a:r>
              <a:rPr sz="2800" spc="-75" dirty="0">
                <a:cs typeface="Times New Roman"/>
              </a:rPr>
              <a:t>that  </a:t>
            </a:r>
            <a:r>
              <a:rPr sz="2800" spc="-95" dirty="0">
                <a:cs typeface="Times New Roman"/>
              </a:rPr>
              <a:t>information</a:t>
            </a:r>
            <a:endParaRPr sz="2800" dirty="0">
              <a:cs typeface="Times New Roman"/>
            </a:endParaRPr>
          </a:p>
        </p:txBody>
      </p:sp>
      <p:sp>
        <p:nvSpPr>
          <p:cNvPr id="4" name="object 4"/>
          <p:cNvSpPr txBox="1"/>
          <p:nvPr/>
        </p:nvSpPr>
        <p:spPr>
          <a:xfrm>
            <a:off x="685800" y="3413797"/>
            <a:ext cx="2006600" cy="3160481"/>
          </a:xfrm>
          <a:prstGeom prst="rect">
            <a:avLst/>
          </a:prstGeom>
        </p:spPr>
        <p:txBody>
          <a:bodyPr vert="horz" wrap="square" lIns="0" tIns="79375" rIns="0" bIns="0" rtlCol="0">
            <a:spAutoFit/>
          </a:bodyPr>
          <a:lstStyle/>
          <a:p>
            <a:pPr marL="354965" indent="-342900">
              <a:lnSpc>
                <a:spcPct val="100000"/>
              </a:lnSpc>
              <a:spcBef>
                <a:spcPts val="625"/>
              </a:spcBef>
              <a:buClr>
                <a:srgbClr val="D24717"/>
              </a:buClr>
              <a:buSzPct val="85416"/>
              <a:buFont typeface="Arial" panose="020B0604020202020204" pitchFamily="34" charset="0"/>
              <a:buChar char="•"/>
              <a:tabLst>
                <a:tab pos="285115" algn="l"/>
                <a:tab pos="285750" algn="l"/>
              </a:tabLst>
            </a:pPr>
            <a:r>
              <a:rPr sz="2200" spc="-125" dirty="0">
                <a:latin typeface="Times New Roman"/>
                <a:cs typeface="Times New Roman"/>
              </a:rPr>
              <a:t>Examples:</a:t>
            </a:r>
            <a:endParaRPr sz="2200" dirty="0">
              <a:latin typeface="Times New Roman"/>
              <a:cs typeface="Times New Roman"/>
            </a:endParaRPr>
          </a:p>
          <a:p>
            <a:pPr marL="332105" lvl="1">
              <a:lnSpc>
                <a:spcPct val="100000"/>
              </a:lnSpc>
              <a:spcBef>
                <a:spcPts val="450"/>
              </a:spcBef>
              <a:buClr>
                <a:srgbClr val="9B2C1F"/>
              </a:buClr>
              <a:buSzPct val="85000"/>
              <a:tabLst>
                <a:tab pos="561340" algn="l"/>
              </a:tabLst>
            </a:pPr>
            <a:r>
              <a:rPr sz="2200" spc="-70" dirty="0">
                <a:latin typeface="Times New Roman"/>
                <a:cs typeface="Times New Roman"/>
              </a:rPr>
              <a:t>Oracle</a:t>
            </a:r>
            <a:endParaRPr sz="2200" dirty="0">
              <a:latin typeface="Times New Roman"/>
              <a:cs typeface="Times New Roman"/>
            </a:endParaRPr>
          </a:p>
          <a:p>
            <a:pPr marL="332105" lvl="1">
              <a:lnSpc>
                <a:spcPct val="100000"/>
              </a:lnSpc>
              <a:spcBef>
                <a:spcPts val="409"/>
              </a:spcBef>
              <a:buClr>
                <a:srgbClr val="9B2C1F"/>
              </a:buClr>
              <a:buSzPct val="85000"/>
              <a:tabLst>
                <a:tab pos="561340" algn="l"/>
              </a:tabLst>
            </a:pPr>
            <a:r>
              <a:rPr sz="2200" spc="-175" dirty="0">
                <a:latin typeface="Times New Roman"/>
                <a:cs typeface="Times New Roman"/>
              </a:rPr>
              <a:t>DB2</a:t>
            </a:r>
            <a:r>
              <a:rPr sz="2200" spc="-120" dirty="0">
                <a:latin typeface="Times New Roman"/>
                <a:cs typeface="Times New Roman"/>
              </a:rPr>
              <a:t> </a:t>
            </a:r>
            <a:r>
              <a:rPr sz="2200" spc="-160" dirty="0">
                <a:latin typeface="Times New Roman"/>
                <a:cs typeface="Times New Roman"/>
              </a:rPr>
              <a:t>(IBM)</a:t>
            </a:r>
            <a:endParaRPr sz="2200" dirty="0">
              <a:latin typeface="Times New Roman"/>
              <a:cs typeface="Times New Roman"/>
            </a:endParaRPr>
          </a:p>
          <a:p>
            <a:pPr marL="332105" lvl="1">
              <a:lnSpc>
                <a:spcPct val="100000"/>
              </a:lnSpc>
              <a:spcBef>
                <a:spcPts val="395"/>
              </a:spcBef>
              <a:buClr>
                <a:srgbClr val="9B2C1F"/>
              </a:buClr>
              <a:buSzPct val="85000"/>
              <a:tabLst>
                <a:tab pos="561340" algn="l"/>
              </a:tabLst>
            </a:pPr>
            <a:r>
              <a:rPr sz="2200" spc="-254" dirty="0">
                <a:latin typeface="Times New Roman"/>
                <a:cs typeface="Times New Roman"/>
              </a:rPr>
              <a:t>MS  </a:t>
            </a:r>
            <a:r>
              <a:rPr sz="2200" spc="-170" dirty="0">
                <a:latin typeface="Times New Roman"/>
                <a:cs typeface="Times New Roman"/>
              </a:rPr>
              <a:t>SQL</a:t>
            </a:r>
            <a:r>
              <a:rPr sz="2200" spc="-160" dirty="0">
                <a:latin typeface="Times New Roman"/>
                <a:cs typeface="Times New Roman"/>
              </a:rPr>
              <a:t> </a:t>
            </a:r>
            <a:r>
              <a:rPr sz="2200" spc="-130" dirty="0">
                <a:latin typeface="Times New Roman"/>
                <a:cs typeface="Times New Roman"/>
              </a:rPr>
              <a:t>Server</a:t>
            </a:r>
            <a:endParaRPr sz="2200" dirty="0">
              <a:latin typeface="Times New Roman"/>
              <a:cs typeface="Times New Roman"/>
            </a:endParaRPr>
          </a:p>
          <a:p>
            <a:pPr marL="332105" lvl="1">
              <a:lnSpc>
                <a:spcPct val="100000"/>
              </a:lnSpc>
              <a:spcBef>
                <a:spcPts val="400"/>
              </a:spcBef>
              <a:buClr>
                <a:srgbClr val="9B2C1F"/>
              </a:buClr>
              <a:buSzPct val="85000"/>
              <a:tabLst>
                <a:tab pos="561340" algn="l"/>
              </a:tabLst>
            </a:pPr>
            <a:r>
              <a:rPr sz="2200" spc="-254" dirty="0">
                <a:latin typeface="Times New Roman"/>
                <a:cs typeface="Times New Roman"/>
              </a:rPr>
              <a:t>MS</a:t>
            </a:r>
            <a:r>
              <a:rPr sz="2200" spc="-220" dirty="0">
                <a:latin typeface="Times New Roman"/>
                <a:cs typeface="Times New Roman"/>
              </a:rPr>
              <a:t> </a:t>
            </a:r>
            <a:r>
              <a:rPr sz="2200" spc="-150" dirty="0">
                <a:latin typeface="Times New Roman"/>
                <a:cs typeface="Times New Roman"/>
              </a:rPr>
              <a:t>Access</a:t>
            </a:r>
            <a:endParaRPr sz="2200" dirty="0">
              <a:latin typeface="Times New Roman"/>
              <a:cs typeface="Times New Roman"/>
            </a:endParaRPr>
          </a:p>
          <a:p>
            <a:pPr marL="332105" lvl="1">
              <a:lnSpc>
                <a:spcPct val="100000"/>
              </a:lnSpc>
              <a:spcBef>
                <a:spcPts val="405"/>
              </a:spcBef>
              <a:buClr>
                <a:srgbClr val="9B2C1F"/>
              </a:buClr>
              <a:buSzPct val="85000"/>
              <a:tabLst>
                <a:tab pos="561340" algn="l"/>
              </a:tabLst>
            </a:pPr>
            <a:r>
              <a:rPr sz="2200" spc="-105" dirty="0">
                <a:latin typeface="Times New Roman"/>
                <a:cs typeface="Times New Roman"/>
              </a:rPr>
              <a:t>Ingres</a:t>
            </a:r>
            <a:endParaRPr sz="2200" dirty="0">
              <a:latin typeface="Times New Roman"/>
              <a:cs typeface="Times New Roman"/>
            </a:endParaRPr>
          </a:p>
          <a:p>
            <a:pPr marL="332105" lvl="1">
              <a:lnSpc>
                <a:spcPct val="100000"/>
              </a:lnSpc>
              <a:spcBef>
                <a:spcPts val="400"/>
              </a:spcBef>
              <a:buClr>
                <a:srgbClr val="9B2C1F"/>
              </a:buClr>
              <a:buSzPct val="85000"/>
              <a:tabLst>
                <a:tab pos="561340" algn="l"/>
              </a:tabLst>
            </a:pPr>
            <a:r>
              <a:rPr sz="2200" spc="-114" dirty="0">
                <a:latin typeface="Times New Roman"/>
                <a:cs typeface="Times New Roman"/>
              </a:rPr>
              <a:t>PostgreSQL</a:t>
            </a:r>
            <a:endParaRPr sz="2200" dirty="0">
              <a:latin typeface="Times New Roman"/>
              <a:cs typeface="Times New Roman"/>
            </a:endParaRPr>
          </a:p>
          <a:p>
            <a:pPr marL="332105" lvl="1">
              <a:lnSpc>
                <a:spcPct val="100000"/>
              </a:lnSpc>
              <a:spcBef>
                <a:spcPts val="395"/>
              </a:spcBef>
              <a:buClr>
                <a:srgbClr val="9B2C1F"/>
              </a:buClr>
              <a:buSzPct val="85000"/>
              <a:tabLst>
                <a:tab pos="561340" algn="l"/>
              </a:tabLst>
            </a:pPr>
            <a:r>
              <a:rPr sz="2200" spc="-180" dirty="0">
                <a:latin typeface="Times New Roman"/>
                <a:cs typeface="Times New Roman"/>
              </a:rPr>
              <a:t>MySQL</a:t>
            </a:r>
            <a:endParaRPr sz="2200" dirty="0">
              <a:latin typeface="Times New Roman"/>
              <a:cs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59A9F80-C2DD-2F19-ABCD-56EC26A42A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24938"/>
            <a:ext cx="8077200" cy="6731000"/>
          </a:xfrm>
          <a:prstGeom prst="rect">
            <a:avLst/>
          </a:prstGeom>
        </p:spPr>
      </p:pic>
    </p:spTree>
    <p:extLst>
      <p:ext uri="{BB962C8B-B14F-4D97-AF65-F5344CB8AC3E}">
        <p14:creationId xmlns:p14="http://schemas.microsoft.com/office/powerpoint/2010/main" val="19328321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3444" y="688974"/>
            <a:ext cx="6397956" cy="627736"/>
          </a:xfrm>
          <a:prstGeom prst="rect">
            <a:avLst/>
          </a:prstGeom>
        </p:spPr>
        <p:txBody>
          <a:bodyPr vert="horz" wrap="square" lIns="0" tIns="12065" rIns="0" bIns="0" rtlCol="0">
            <a:spAutoFit/>
          </a:bodyPr>
          <a:lstStyle/>
          <a:p>
            <a:pPr marL="12700">
              <a:lnSpc>
                <a:spcPct val="100000"/>
              </a:lnSpc>
              <a:spcBef>
                <a:spcPts val="95"/>
              </a:spcBef>
            </a:pPr>
            <a:r>
              <a:rPr b="1" spc="-135" dirty="0"/>
              <a:t>What </a:t>
            </a:r>
            <a:r>
              <a:rPr b="1" spc="-165" dirty="0"/>
              <a:t>the </a:t>
            </a:r>
            <a:r>
              <a:rPr b="1" spc="254" dirty="0"/>
              <a:t>DBMS</a:t>
            </a:r>
            <a:r>
              <a:rPr b="1" spc="-380" dirty="0"/>
              <a:t> </a:t>
            </a:r>
            <a:r>
              <a:rPr b="1" spc="-5" dirty="0"/>
              <a:t>does</a:t>
            </a:r>
            <a:r>
              <a:rPr lang="en-US" b="1" spc="-5" dirty="0"/>
              <a:t>?</a:t>
            </a:r>
            <a:endParaRPr b="1" spc="-5" dirty="0"/>
          </a:p>
        </p:txBody>
      </p:sp>
      <p:pic>
        <p:nvPicPr>
          <p:cNvPr id="6" name="Picture 5">
            <a:extLst>
              <a:ext uri="{FF2B5EF4-FFF2-40B4-BE49-F238E27FC236}">
                <a16:creationId xmlns:a16="http://schemas.microsoft.com/office/drawing/2014/main" id="{5BA86253-212D-8AA6-6959-2D76F522DA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761" y="1752600"/>
            <a:ext cx="8100478" cy="40386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94881" y="267651"/>
            <a:ext cx="5339715" cy="635000"/>
          </a:xfrm>
          <a:prstGeom prst="rect">
            <a:avLst/>
          </a:prstGeom>
        </p:spPr>
        <p:txBody>
          <a:bodyPr vert="horz" wrap="square" lIns="0" tIns="12065" rIns="0" bIns="0" rtlCol="0">
            <a:spAutoFit/>
          </a:bodyPr>
          <a:lstStyle/>
          <a:p>
            <a:pPr marL="12700">
              <a:lnSpc>
                <a:spcPct val="100000"/>
              </a:lnSpc>
              <a:spcBef>
                <a:spcPts val="95"/>
              </a:spcBef>
            </a:pPr>
            <a:r>
              <a:rPr spc="-185" dirty="0"/>
              <a:t>Types </a:t>
            </a:r>
            <a:r>
              <a:rPr spc="-180" dirty="0"/>
              <a:t>of </a:t>
            </a:r>
            <a:r>
              <a:rPr spc="30" dirty="0"/>
              <a:t>SQL</a:t>
            </a:r>
            <a:r>
              <a:rPr spc="-335" dirty="0"/>
              <a:t> </a:t>
            </a:r>
            <a:r>
              <a:rPr spc="-90" dirty="0"/>
              <a:t>Statements</a:t>
            </a:r>
          </a:p>
        </p:txBody>
      </p:sp>
      <p:sp>
        <p:nvSpPr>
          <p:cNvPr id="3" name="object 3"/>
          <p:cNvSpPr txBox="1"/>
          <p:nvPr/>
        </p:nvSpPr>
        <p:spPr>
          <a:xfrm>
            <a:off x="305308" y="1045380"/>
            <a:ext cx="8533384" cy="1713611"/>
          </a:xfrm>
          <a:prstGeom prst="rect">
            <a:avLst/>
          </a:prstGeom>
        </p:spPr>
        <p:txBody>
          <a:bodyPr vert="horz" wrap="square" lIns="0" tIns="12700" rIns="0" bIns="0" rtlCol="0">
            <a:spAutoFit/>
          </a:bodyPr>
          <a:lstStyle/>
          <a:p>
            <a:pPr marL="285115" marR="5080" indent="-273050">
              <a:lnSpc>
                <a:spcPct val="150000"/>
              </a:lnSpc>
              <a:spcBef>
                <a:spcPts val="100"/>
              </a:spcBef>
            </a:pPr>
            <a:r>
              <a:rPr sz="2800" b="1" spc="-135" dirty="0">
                <a:solidFill>
                  <a:srgbClr val="FF0000"/>
                </a:solidFill>
                <a:latin typeface="Times New Roman"/>
                <a:cs typeface="Times New Roman"/>
              </a:rPr>
              <a:t>DDL</a:t>
            </a:r>
            <a:r>
              <a:rPr sz="2800" b="1" spc="-135" dirty="0">
                <a:latin typeface="Times New Roman"/>
                <a:cs typeface="Times New Roman"/>
              </a:rPr>
              <a:t> </a:t>
            </a:r>
            <a:r>
              <a:rPr sz="2800" spc="-120" dirty="0">
                <a:solidFill>
                  <a:srgbClr val="006FC0"/>
                </a:solidFill>
                <a:latin typeface="Times New Roman"/>
                <a:cs typeface="Times New Roman"/>
              </a:rPr>
              <a:t>stands </a:t>
            </a:r>
            <a:r>
              <a:rPr sz="2800" spc="-85" dirty="0">
                <a:solidFill>
                  <a:srgbClr val="006FC0"/>
                </a:solidFill>
                <a:latin typeface="Times New Roman"/>
                <a:cs typeface="Times New Roman"/>
              </a:rPr>
              <a:t>for </a:t>
            </a:r>
            <a:r>
              <a:rPr sz="2800" b="1" spc="-55" dirty="0">
                <a:solidFill>
                  <a:srgbClr val="FF0000"/>
                </a:solidFill>
                <a:latin typeface="Times New Roman"/>
                <a:cs typeface="Times New Roman"/>
              </a:rPr>
              <a:t>Data  </a:t>
            </a:r>
            <a:r>
              <a:rPr sz="2800" b="1" spc="25" dirty="0">
                <a:solidFill>
                  <a:srgbClr val="FF0000"/>
                </a:solidFill>
                <a:latin typeface="Times New Roman"/>
                <a:cs typeface="Times New Roman"/>
              </a:rPr>
              <a:t>Definition </a:t>
            </a:r>
            <a:r>
              <a:rPr sz="2800" b="1" spc="-55" dirty="0">
                <a:solidFill>
                  <a:srgbClr val="FF0000"/>
                </a:solidFill>
                <a:latin typeface="Times New Roman"/>
                <a:cs typeface="Times New Roman"/>
              </a:rPr>
              <a:t>Languages  </a:t>
            </a:r>
            <a:r>
              <a:rPr sz="2800" b="1" spc="-40" dirty="0">
                <a:solidFill>
                  <a:srgbClr val="FF0000"/>
                </a:solidFill>
                <a:latin typeface="Times New Roman"/>
                <a:cs typeface="Times New Roman"/>
              </a:rPr>
              <a:t>(DDL).</a:t>
            </a:r>
            <a:endParaRPr lang="en-US" sz="2800" b="1" spc="-40" dirty="0">
              <a:solidFill>
                <a:srgbClr val="FF0000"/>
              </a:solidFill>
              <a:latin typeface="Times New Roman"/>
              <a:cs typeface="Times New Roman"/>
            </a:endParaRPr>
          </a:p>
          <a:p>
            <a:pPr marL="285115" marR="5080" indent="-273050">
              <a:lnSpc>
                <a:spcPct val="150000"/>
              </a:lnSpc>
              <a:spcBef>
                <a:spcPts val="100"/>
              </a:spcBef>
            </a:pPr>
            <a:r>
              <a:rPr sz="2400" spc="-120" dirty="0">
                <a:solidFill>
                  <a:srgbClr val="006FC0"/>
                </a:solidFill>
                <a:latin typeface="Times New Roman"/>
                <a:cs typeface="Times New Roman"/>
              </a:rPr>
              <a:t>The </a:t>
            </a:r>
            <a:r>
              <a:rPr sz="2400" spc="-204" dirty="0">
                <a:solidFill>
                  <a:srgbClr val="006FC0"/>
                </a:solidFill>
                <a:latin typeface="Times New Roman"/>
                <a:cs typeface="Times New Roman"/>
              </a:rPr>
              <a:t>SQL </a:t>
            </a:r>
            <a:r>
              <a:rPr sz="2400" spc="-95" dirty="0">
                <a:solidFill>
                  <a:srgbClr val="006FC0"/>
                </a:solidFill>
                <a:latin typeface="Times New Roman"/>
                <a:cs typeface="Times New Roman"/>
              </a:rPr>
              <a:t>statements  </a:t>
            </a:r>
            <a:r>
              <a:rPr sz="2400" spc="-75" dirty="0">
                <a:solidFill>
                  <a:srgbClr val="006FC0"/>
                </a:solidFill>
                <a:latin typeface="Times New Roman"/>
                <a:cs typeface="Times New Roman"/>
              </a:rPr>
              <a:t>that </a:t>
            </a:r>
            <a:r>
              <a:rPr sz="2400" spc="-100" dirty="0">
                <a:solidFill>
                  <a:srgbClr val="006FC0"/>
                </a:solidFill>
                <a:latin typeface="Times New Roman"/>
                <a:cs typeface="Times New Roman"/>
              </a:rPr>
              <a:t>are </a:t>
            </a:r>
            <a:r>
              <a:rPr sz="2400" spc="-120" dirty="0">
                <a:solidFill>
                  <a:srgbClr val="006FC0"/>
                </a:solidFill>
                <a:latin typeface="Times New Roman"/>
                <a:cs typeface="Times New Roman"/>
              </a:rPr>
              <a:t>used </a:t>
            </a:r>
            <a:r>
              <a:rPr sz="2400" spc="-35" dirty="0">
                <a:solidFill>
                  <a:srgbClr val="006FC0"/>
                </a:solidFill>
                <a:latin typeface="Times New Roman"/>
                <a:cs typeface="Times New Roman"/>
              </a:rPr>
              <a:t>to </a:t>
            </a:r>
            <a:r>
              <a:rPr sz="2400" spc="-114" dirty="0">
                <a:solidFill>
                  <a:srgbClr val="006FC0"/>
                </a:solidFill>
                <a:latin typeface="Times New Roman"/>
                <a:cs typeface="Times New Roman"/>
              </a:rPr>
              <a:t>define </a:t>
            </a:r>
            <a:r>
              <a:rPr sz="2400" spc="-75" dirty="0">
                <a:solidFill>
                  <a:srgbClr val="006FC0"/>
                </a:solidFill>
                <a:latin typeface="Times New Roman"/>
                <a:cs typeface="Times New Roman"/>
              </a:rPr>
              <a:t>the  </a:t>
            </a:r>
            <a:r>
              <a:rPr sz="2400" spc="-135" dirty="0">
                <a:solidFill>
                  <a:srgbClr val="006FC0"/>
                </a:solidFill>
                <a:latin typeface="Times New Roman"/>
                <a:cs typeface="Times New Roman"/>
              </a:rPr>
              <a:t>database </a:t>
            </a:r>
            <a:r>
              <a:rPr sz="2400" spc="-45" dirty="0">
                <a:solidFill>
                  <a:srgbClr val="006FC0"/>
                </a:solidFill>
                <a:latin typeface="Times New Roman"/>
                <a:cs typeface="Times New Roman"/>
              </a:rPr>
              <a:t>structure. </a:t>
            </a:r>
            <a:r>
              <a:rPr sz="2400" spc="-220" dirty="0">
                <a:solidFill>
                  <a:srgbClr val="006FC0"/>
                </a:solidFill>
                <a:latin typeface="Times New Roman"/>
                <a:cs typeface="Times New Roman"/>
              </a:rPr>
              <a:t>Any</a:t>
            </a:r>
            <a:r>
              <a:rPr lang="en-US" sz="2400" spc="-220" dirty="0">
                <a:solidFill>
                  <a:srgbClr val="006FC0"/>
                </a:solidFill>
                <a:latin typeface="Times New Roman"/>
                <a:cs typeface="Times New Roman"/>
              </a:rPr>
              <a:t> </a:t>
            </a:r>
            <a:r>
              <a:rPr sz="2400" b="1" spc="-240" dirty="0">
                <a:latin typeface="Times New Roman"/>
                <a:cs typeface="Times New Roman"/>
              </a:rPr>
              <a:t>CREATE</a:t>
            </a:r>
            <a:r>
              <a:rPr sz="2400" spc="-240" dirty="0">
                <a:latin typeface="Times New Roman"/>
                <a:cs typeface="Times New Roman"/>
              </a:rPr>
              <a:t>, </a:t>
            </a:r>
            <a:r>
              <a:rPr sz="2400" b="1" spc="-150" dirty="0">
                <a:latin typeface="Times New Roman"/>
                <a:cs typeface="Times New Roman"/>
              </a:rPr>
              <a:t>DROP</a:t>
            </a:r>
            <a:r>
              <a:rPr sz="2400" b="1" dirty="0">
                <a:latin typeface="Times New Roman"/>
                <a:cs typeface="Times New Roman"/>
              </a:rPr>
              <a:t> </a:t>
            </a:r>
            <a:r>
              <a:rPr sz="2400" spc="-140" dirty="0">
                <a:solidFill>
                  <a:srgbClr val="006FC0"/>
                </a:solidFill>
                <a:latin typeface="Times New Roman"/>
                <a:cs typeface="Times New Roman"/>
              </a:rPr>
              <a:t>and</a:t>
            </a:r>
            <a:r>
              <a:rPr lang="en-US" sz="2400" dirty="0">
                <a:solidFill>
                  <a:srgbClr val="006FC0"/>
                </a:solidFill>
                <a:latin typeface="Times New Roman"/>
                <a:cs typeface="Times New Roman"/>
              </a:rPr>
              <a:t> </a:t>
            </a:r>
            <a:r>
              <a:rPr sz="2400" b="1" spc="-295" dirty="0">
                <a:latin typeface="Times New Roman"/>
                <a:cs typeface="Times New Roman"/>
              </a:rPr>
              <a:t>ALTER </a:t>
            </a:r>
            <a:r>
              <a:rPr sz="2400" spc="-140" dirty="0">
                <a:solidFill>
                  <a:srgbClr val="006FC0"/>
                </a:solidFill>
                <a:latin typeface="Times New Roman"/>
                <a:cs typeface="Times New Roman"/>
              </a:rPr>
              <a:t>commands </a:t>
            </a:r>
            <a:r>
              <a:rPr sz="2400" spc="-95" dirty="0">
                <a:solidFill>
                  <a:srgbClr val="006FC0"/>
                </a:solidFill>
                <a:latin typeface="Times New Roman"/>
                <a:cs typeface="Times New Roman"/>
              </a:rPr>
              <a:t>are  </a:t>
            </a:r>
            <a:r>
              <a:rPr sz="2400" spc="-125" dirty="0">
                <a:solidFill>
                  <a:srgbClr val="006FC0"/>
                </a:solidFill>
                <a:latin typeface="Times New Roman"/>
                <a:cs typeface="Times New Roman"/>
              </a:rPr>
              <a:t>examples </a:t>
            </a:r>
            <a:r>
              <a:rPr sz="2400" spc="-140" dirty="0">
                <a:solidFill>
                  <a:srgbClr val="006FC0"/>
                </a:solidFill>
                <a:latin typeface="Times New Roman"/>
                <a:cs typeface="Times New Roman"/>
              </a:rPr>
              <a:t>of </a:t>
            </a:r>
            <a:r>
              <a:rPr sz="2400" spc="-185" dirty="0">
                <a:solidFill>
                  <a:srgbClr val="006FC0"/>
                </a:solidFill>
                <a:latin typeface="Times New Roman"/>
                <a:cs typeface="Times New Roman"/>
              </a:rPr>
              <a:t>DDL</a:t>
            </a:r>
            <a:r>
              <a:rPr sz="2400" spc="5" dirty="0">
                <a:solidFill>
                  <a:srgbClr val="006FC0"/>
                </a:solidFill>
                <a:latin typeface="Times New Roman"/>
                <a:cs typeface="Times New Roman"/>
              </a:rPr>
              <a:t> </a:t>
            </a:r>
            <a:r>
              <a:rPr sz="2400" spc="-130" dirty="0">
                <a:solidFill>
                  <a:srgbClr val="006FC0"/>
                </a:solidFill>
                <a:latin typeface="Times New Roman"/>
                <a:cs typeface="Times New Roman"/>
              </a:rPr>
              <a:t>SQL.</a:t>
            </a:r>
            <a:endParaRPr sz="2400" dirty="0">
              <a:latin typeface="Times New Roman"/>
              <a:cs typeface="Times New Roman"/>
            </a:endParaRPr>
          </a:p>
        </p:txBody>
      </p:sp>
      <p:sp>
        <p:nvSpPr>
          <p:cNvPr id="4" name="object 4"/>
          <p:cNvSpPr txBox="1"/>
          <p:nvPr/>
        </p:nvSpPr>
        <p:spPr>
          <a:xfrm>
            <a:off x="167271" y="2901720"/>
            <a:ext cx="8671421" cy="3798797"/>
          </a:xfrm>
          <a:prstGeom prst="rect">
            <a:avLst/>
          </a:prstGeom>
        </p:spPr>
        <p:txBody>
          <a:bodyPr vert="horz" wrap="square" lIns="0" tIns="12700" rIns="0" bIns="0" rtlCol="0">
            <a:spAutoFit/>
          </a:bodyPr>
          <a:lstStyle/>
          <a:p>
            <a:pPr marL="12700" marR="5080">
              <a:lnSpc>
                <a:spcPct val="150000"/>
              </a:lnSpc>
              <a:spcBef>
                <a:spcPts val="100"/>
              </a:spcBef>
            </a:pPr>
            <a:r>
              <a:rPr sz="2800" b="1" spc="-165" dirty="0">
                <a:solidFill>
                  <a:srgbClr val="FF0000"/>
                </a:solidFill>
                <a:latin typeface="Times New Roman"/>
                <a:cs typeface="Times New Roman"/>
              </a:rPr>
              <a:t>DML</a:t>
            </a:r>
            <a:r>
              <a:rPr sz="2800" b="1" spc="-165" dirty="0">
                <a:latin typeface="Times New Roman"/>
                <a:cs typeface="Times New Roman"/>
              </a:rPr>
              <a:t> </a:t>
            </a:r>
            <a:r>
              <a:rPr sz="2800" spc="-120" dirty="0">
                <a:solidFill>
                  <a:srgbClr val="006FC0"/>
                </a:solidFill>
                <a:latin typeface="Times New Roman"/>
                <a:cs typeface="Times New Roman"/>
              </a:rPr>
              <a:t>stands </a:t>
            </a:r>
            <a:r>
              <a:rPr sz="2800" spc="-85" dirty="0">
                <a:solidFill>
                  <a:srgbClr val="006FC0"/>
                </a:solidFill>
                <a:latin typeface="Times New Roman"/>
                <a:cs typeface="Times New Roman"/>
              </a:rPr>
              <a:t>for </a:t>
            </a:r>
            <a:r>
              <a:rPr sz="2800" b="1" spc="-55" dirty="0">
                <a:solidFill>
                  <a:srgbClr val="FF0000"/>
                </a:solidFill>
                <a:latin typeface="Times New Roman"/>
                <a:cs typeface="Times New Roman"/>
              </a:rPr>
              <a:t>Data  </a:t>
            </a:r>
            <a:r>
              <a:rPr sz="2800" b="1" spc="-5" dirty="0">
                <a:solidFill>
                  <a:srgbClr val="FF0000"/>
                </a:solidFill>
                <a:latin typeface="Times New Roman"/>
                <a:cs typeface="Times New Roman"/>
              </a:rPr>
              <a:t>Manipulation</a:t>
            </a:r>
            <a:r>
              <a:rPr sz="2800" b="1" spc="-70" dirty="0">
                <a:solidFill>
                  <a:srgbClr val="FF0000"/>
                </a:solidFill>
                <a:latin typeface="Times New Roman"/>
                <a:cs typeface="Times New Roman"/>
              </a:rPr>
              <a:t> </a:t>
            </a:r>
            <a:r>
              <a:rPr sz="2800" b="1" spc="-50" dirty="0">
                <a:solidFill>
                  <a:srgbClr val="FF0000"/>
                </a:solidFill>
                <a:latin typeface="Times New Roman"/>
                <a:cs typeface="Times New Roman"/>
              </a:rPr>
              <a:t>Language</a:t>
            </a:r>
            <a:endParaRPr lang="en-US" sz="2800" spc="-50" dirty="0">
              <a:solidFill>
                <a:srgbClr val="FF0000"/>
              </a:solidFill>
              <a:latin typeface="Times New Roman"/>
              <a:cs typeface="Times New Roman"/>
            </a:endParaRPr>
          </a:p>
          <a:p>
            <a:pPr marL="12700" marR="5080">
              <a:lnSpc>
                <a:spcPct val="150000"/>
              </a:lnSpc>
              <a:spcBef>
                <a:spcPts val="100"/>
              </a:spcBef>
            </a:pPr>
            <a:r>
              <a:rPr sz="2400" spc="-50" dirty="0">
                <a:solidFill>
                  <a:srgbClr val="006FC0"/>
                </a:solidFill>
                <a:latin typeface="Times New Roman"/>
                <a:cs typeface="Times New Roman"/>
              </a:rPr>
              <a:t>The  </a:t>
            </a:r>
            <a:r>
              <a:rPr sz="2400" spc="-204" dirty="0">
                <a:solidFill>
                  <a:srgbClr val="006FC0"/>
                </a:solidFill>
                <a:latin typeface="Times New Roman"/>
                <a:cs typeface="Times New Roman"/>
              </a:rPr>
              <a:t>SQL </a:t>
            </a:r>
            <a:r>
              <a:rPr sz="2400" spc="-95" dirty="0">
                <a:solidFill>
                  <a:srgbClr val="006FC0"/>
                </a:solidFill>
                <a:latin typeface="Times New Roman"/>
                <a:cs typeface="Times New Roman"/>
              </a:rPr>
              <a:t>statements </a:t>
            </a:r>
            <a:r>
              <a:rPr sz="2400" spc="-75" dirty="0">
                <a:solidFill>
                  <a:srgbClr val="006FC0"/>
                </a:solidFill>
                <a:latin typeface="Times New Roman"/>
                <a:cs typeface="Times New Roman"/>
              </a:rPr>
              <a:t>that </a:t>
            </a:r>
            <a:r>
              <a:rPr sz="2400" spc="-95" dirty="0">
                <a:solidFill>
                  <a:srgbClr val="006FC0"/>
                </a:solidFill>
                <a:latin typeface="Times New Roman"/>
                <a:cs typeface="Times New Roman"/>
              </a:rPr>
              <a:t>are </a:t>
            </a:r>
            <a:r>
              <a:rPr sz="2400" spc="-110" dirty="0">
                <a:solidFill>
                  <a:srgbClr val="006FC0"/>
                </a:solidFill>
                <a:latin typeface="Times New Roman"/>
                <a:cs typeface="Times New Roman"/>
              </a:rPr>
              <a:t>in </a:t>
            </a:r>
            <a:r>
              <a:rPr sz="2400" spc="-70" dirty="0">
                <a:solidFill>
                  <a:srgbClr val="006FC0"/>
                </a:solidFill>
                <a:latin typeface="Times New Roman"/>
                <a:cs typeface="Times New Roman"/>
              </a:rPr>
              <a:t>the  </a:t>
            </a:r>
            <a:r>
              <a:rPr sz="2400" spc="-235" dirty="0">
                <a:solidFill>
                  <a:srgbClr val="006FC0"/>
                </a:solidFill>
                <a:latin typeface="Times New Roman"/>
                <a:cs typeface="Times New Roman"/>
              </a:rPr>
              <a:t>DML </a:t>
            </a:r>
            <a:r>
              <a:rPr sz="2400" spc="-160" dirty="0">
                <a:solidFill>
                  <a:srgbClr val="006FC0"/>
                </a:solidFill>
                <a:latin typeface="Times New Roman"/>
                <a:cs typeface="Times New Roman"/>
              </a:rPr>
              <a:t>class </a:t>
            </a:r>
            <a:r>
              <a:rPr sz="2400" spc="-95" dirty="0">
                <a:solidFill>
                  <a:srgbClr val="006FC0"/>
                </a:solidFill>
                <a:latin typeface="Times New Roman"/>
                <a:cs typeface="Times New Roman"/>
              </a:rPr>
              <a:t>are </a:t>
            </a:r>
            <a:r>
              <a:rPr sz="2400" b="1" spc="-180" dirty="0">
                <a:latin typeface="Times New Roman"/>
                <a:cs typeface="Times New Roman"/>
              </a:rPr>
              <a:t>INSERT</a:t>
            </a:r>
            <a:r>
              <a:rPr sz="2400" spc="-180" dirty="0">
                <a:latin typeface="Times New Roman"/>
                <a:cs typeface="Times New Roman"/>
              </a:rPr>
              <a:t>,  </a:t>
            </a:r>
            <a:r>
              <a:rPr sz="2400" b="1" spc="-220" dirty="0">
                <a:latin typeface="Times New Roman"/>
                <a:cs typeface="Times New Roman"/>
              </a:rPr>
              <a:t>UPDATE </a:t>
            </a:r>
            <a:r>
              <a:rPr sz="2400" spc="-135" dirty="0">
                <a:solidFill>
                  <a:srgbClr val="006FC0"/>
                </a:solidFill>
                <a:latin typeface="Times New Roman"/>
                <a:cs typeface="Times New Roman"/>
              </a:rPr>
              <a:t>and</a:t>
            </a:r>
            <a:r>
              <a:rPr sz="2400" spc="-295" dirty="0">
                <a:solidFill>
                  <a:srgbClr val="006FC0"/>
                </a:solidFill>
                <a:latin typeface="Times New Roman"/>
                <a:cs typeface="Times New Roman"/>
              </a:rPr>
              <a:t> </a:t>
            </a:r>
            <a:r>
              <a:rPr sz="2400" b="1" spc="-240" dirty="0">
                <a:latin typeface="Times New Roman"/>
                <a:cs typeface="Times New Roman"/>
              </a:rPr>
              <a:t>DELETE</a:t>
            </a:r>
            <a:r>
              <a:rPr sz="2400" spc="-240" dirty="0">
                <a:latin typeface="Times New Roman"/>
                <a:cs typeface="Times New Roman"/>
              </a:rPr>
              <a:t>.</a:t>
            </a:r>
            <a:endParaRPr sz="2400" dirty="0">
              <a:latin typeface="Times New Roman"/>
              <a:cs typeface="Times New Roman"/>
            </a:endParaRPr>
          </a:p>
          <a:p>
            <a:pPr>
              <a:lnSpc>
                <a:spcPct val="100000"/>
              </a:lnSpc>
            </a:pPr>
            <a:endParaRPr sz="3550" dirty="0">
              <a:latin typeface="Times New Roman"/>
              <a:cs typeface="Times New Roman"/>
            </a:endParaRPr>
          </a:p>
          <a:p>
            <a:pPr marL="12700" marR="97790">
              <a:lnSpc>
                <a:spcPct val="100000"/>
              </a:lnSpc>
            </a:pPr>
            <a:r>
              <a:rPr sz="2800" b="1" spc="-220" dirty="0">
                <a:solidFill>
                  <a:srgbClr val="FF0000"/>
                </a:solidFill>
                <a:latin typeface="Times New Roman"/>
                <a:cs typeface="Times New Roman"/>
              </a:rPr>
              <a:t>DCL </a:t>
            </a:r>
            <a:r>
              <a:rPr sz="2800" spc="-120" dirty="0">
                <a:solidFill>
                  <a:srgbClr val="FF0000"/>
                </a:solidFill>
                <a:latin typeface="Times New Roman"/>
                <a:cs typeface="Times New Roman"/>
              </a:rPr>
              <a:t>stands </a:t>
            </a:r>
            <a:r>
              <a:rPr sz="2800" spc="-85" dirty="0">
                <a:solidFill>
                  <a:srgbClr val="FF0000"/>
                </a:solidFill>
                <a:latin typeface="Times New Roman"/>
                <a:cs typeface="Times New Roman"/>
              </a:rPr>
              <a:t>for </a:t>
            </a:r>
            <a:r>
              <a:rPr sz="2800" b="1" spc="-55" dirty="0">
                <a:solidFill>
                  <a:srgbClr val="FF0000"/>
                </a:solidFill>
                <a:latin typeface="Times New Roman"/>
                <a:cs typeface="Times New Roman"/>
              </a:rPr>
              <a:t>Data </a:t>
            </a:r>
            <a:r>
              <a:rPr sz="2800" b="1" spc="-15" dirty="0">
                <a:solidFill>
                  <a:srgbClr val="FF0000"/>
                </a:solidFill>
                <a:latin typeface="Times New Roman"/>
                <a:cs typeface="Times New Roman"/>
              </a:rPr>
              <a:t>Control  </a:t>
            </a:r>
            <a:r>
              <a:rPr sz="2800" b="1" spc="-45" dirty="0">
                <a:solidFill>
                  <a:srgbClr val="FF0000"/>
                </a:solidFill>
                <a:latin typeface="Times New Roman"/>
                <a:cs typeface="Times New Roman"/>
              </a:rPr>
              <a:t>Language</a:t>
            </a:r>
            <a:endParaRPr lang="en-US" sz="2800" b="1" spc="-45" dirty="0">
              <a:solidFill>
                <a:srgbClr val="FF0000"/>
              </a:solidFill>
              <a:latin typeface="Times New Roman"/>
              <a:cs typeface="Times New Roman"/>
            </a:endParaRPr>
          </a:p>
          <a:p>
            <a:pPr marL="12700" marR="97790">
              <a:lnSpc>
                <a:spcPct val="150000"/>
              </a:lnSpc>
            </a:pPr>
            <a:r>
              <a:rPr sz="2400" b="1" spc="-45" dirty="0">
                <a:solidFill>
                  <a:srgbClr val="006FC0"/>
                </a:solidFill>
                <a:latin typeface="Times New Roman"/>
                <a:cs typeface="Times New Roman"/>
              </a:rPr>
              <a:t> </a:t>
            </a:r>
            <a:r>
              <a:rPr sz="2400" spc="-45" dirty="0">
                <a:solidFill>
                  <a:srgbClr val="006FC0"/>
                </a:solidFill>
                <a:latin typeface="Times New Roman"/>
                <a:cs typeface="Times New Roman"/>
              </a:rPr>
              <a:t>it </a:t>
            </a:r>
            <a:r>
              <a:rPr sz="2400" spc="-114" dirty="0">
                <a:solidFill>
                  <a:srgbClr val="006FC0"/>
                </a:solidFill>
                <a:latin typeface="Times New Roman"/>
                <a:cs typeface="Times New Roman"/>
              </a:rPr>
              <a:t>includes  </a:t>
            </a:r>
            <a:r>
              <a:rPr sz="2400" spc="-140" dirty="0">
                <a:solidFill>
                  <a:srgbClr val="006FC0"/>
                </a:solidFill>
                <a:latin typeface="Times New Roman"/>
                <a:cs typeface="Times New Roman"/>
              </a:rPr>
              <a:t>commands </a:t>
            </a:r>
            <a:r>
              <a:rPr sz="2400" spc="-135" dirty="0">
                <a:solidFill>
                  <a:srgbClr val="006FC0"/>
                </a:solidFill>
                <a:latin typeface="Times New Roman"/>
                <a:cs typeface="Times New Roman"/>
              </a:rPr>
              <a:t>such </a:t>
            </a:r>
            <a:r>
              <a:rPr sz="2400" spc="-190" dirty="0">
                <a:solidFill>
                  <a:srgbClr val="006FC0"/>
                </a:solidFill>
                <a:latin typeface="Times New Roman"/>
                <a:cs typeface="Times New Roman"/>
              </a:rPr>
              <a:t>as </a:t>
            </a:r>
            <a:r>
              <a:rPr sz="2400" b="1" spc="-195" dirty="0">
                <a:latin typeface="Times New Roman"/>
                <a:cs typeface="Times New Roman"/>
              </a:rPr>
              <a:t>GRANT </a:t>
            </a:r>
            <a:r>
              <a:rPr sz="2400" spc="-140" dirty="0">
                <a:solidFill>
                  <a:srgbClr val="006FC0"/>
                </a:solidFill>
                <a:latin typeface="Times New Roman"/>
                <a:cs typeface="Times New Roman"/>
              </a:rPr>
              <a:t>and  </a:t>
            </a:r>
            <a:r>
              <a:rPr sz="2400" b="1" spc="-295" dirty="0">
                <a:latin typeface="Times New Roman"/>
                <a:cs typeface="Times New Roman"/>
              </a:rPr>
              <a:t>REVOKE </a:t>
            </a:r>
            <a:r>
              <a:rPr sz="2400" spc="-130" dirty="0">
                <a:solidFill>
                  <a:srgbClr val="006FC0"/>
                </a:solidFill>
                <a:latin typeface="Times New Roman"/>
                <a:cs typeface="Times New Roman"/>
              </a:rPr>
              <a:t>which </a:t>
            </a:r>
            <a:r>
              <a:rPr sz="2400" spc="-150" dirty="0">
                <a:solidFill>
                  <a:srgbClr val="006FC0"/>
                </a:solidFill>
                <a:latin typeface="Times New Roman"/>
                <a:cs typeface="Times New Roman"/>
              </a:rPr>
              <a:t>mainly </a:t>
            </a:r>
            <a:r>
              <a:rPr sz="2400" spc="-135" dirty="0">
                <a:solidFill>
                  <a:srgbClr val="006FC0"/>
                </a:solidFill>
                <a:latin typeface="Times New Roman"/>
                <a:cs typeface="Times New Roman"/>
              </a:rPr>
              <a:t>deals  </a:t>
            </a:r>
            <a:r>
              <a:rPr sz="2400" spc="-95" dirty="0">
                <a:solidFill>
                  <a:srgbClr val="006FC0"/>
                </a:solidFill>
                <a:latin typeface="Times New Roman"/>
                <a:cs typeface="Times New Roman"/>
              </a:rPr>
              <a:t>with </a:t>
            </a:r>
            <a:r>
              <a:rPr sz="2400" spc="-70" dirty="0">
                <a:solidFill>
                  <a:srgbClr val="006FC0"/>
                </a:solidFill>
                <a:latin typeface="Times New Roman"/>
                <a:cs typeface="Times New Roman"/>
              </a:rPr>
              <a:t>the </a:t>
            </a:r>
            <a:r>
              <a:rPr sz="2400" spc="-65" dirty="0">
                <a:solidFill>
                  <a:srgbClr val="006FC0"/>
                </a:solidFill>
                <a:latin typeface="Times New Roman"/>
                <a:cs typeface="Times New Roman"/>
              </a:rPr>
              <a:t>rights, </a:t>
            </a:r>
            <a:r>
              <a:rPr sz="2400" spc="-114" dirty="0">
                <a:solidFill>
                  <a:srgbClr val="006FC0"/>
                </a:solidFill>
                <a:latin typeface="Times New Roman"/>
                <a:cs typeface="Times New Roman"/>
              </a:rPr>
              <a:t>permissions </a:t>
            </a:r>
            <a:r>
              <a:rPr sz="2400" spc="-140" dirty="0">
                <a:solidFill>
                  <a:srgbClr val="006FC0"/>
                </a:solidFill>
                <a:latin typeface="Times New Roman"/>
                <a:cs typeface="Times New Roman"/>
              </a:rPr>
              <a:t>and  </a:t>
            </a:r>
            <a:r>
              <a:rPr sz="2400" spc="-60" dirty="0">
                <a:solidFill>
                  <a:srgbClr val="006FC0"/>
                </a:solidFill>
                <a:latin typeface="Times New Roman"/>
                <a:cs typeface="Times New Roman"/>
              </a:rPr>
              <a:t>other </a:t>
            </a:r>
            <a:r>
              <a:rPr sz="2400" spc="-90" dirty="0">
                <a:solidFill>
                  <a:srgbClr val="006FC0"/>
                </a:solidFill>
                <a:latin typeface="Times New Roman"/>
                <a:cs typeface="Times New Roman"/>
              </a:rPr>
              <a:t>controls</a:t>
            </a:r>
            <a:r>
              <a:rPr lang="en-US" sz="2400" spc="-90" dirty="0">
                <a:solidFill>
                  <a:srgbClr val="006FC0"/>
                </a:solidFill>
                <a:latin typeface="Times New Roman"/>
                <a:cs typeface="Times New Roman"/>
              </a:rPr>
              <a:t>.</a:t>
            </a:r>
            <a:endParaRPr sz="2400" dirty="0">
              <a:latin typeface="Times New Roman"/>
              <a:cs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animEffect transition="in" filter="fade">
                                      <p:cBhvr>
                                        <p:cTn id="21" dur="1000"/>
                                        <p:tgtEl>
                                          <p:spTgt spid="4">
                                            <p:txEl>
                                              <p:pRg st="0" end="0"/>
                                            </p:txEl>
                                          </p:spTgt>
                                        </p:tgtEl>
                                      </p:cBhvr>
                                    </p:animEffect>
                                    <p:anim calcmode="lin" valueType="num">
                                      <p:cBhvr>
                                        <p:cTn id="22"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1" end="1"/>
                                            </p:txEl>
                                          </p:spTgt>
                                        </p:tgtEl>
                                        <p:attrNameLst>
                                          <p:attrName>style.visibility</p:attrName>
                                        </p:attrNameLst>
                                      </p:cBhvr>
                                      <p:to>
                                        <p:strVal val="visible"/>
                                      </p:to>
                                    </p:set>
                                    <p:animEffect transition="in" filter="fade">
                                      <p:cBhvr>
                                        <p:cTn id="28" dur="1000"/>
                                        <p:tgtEl>
                                          <p:spTgt spid="4">
                                            <p:txEl>
                                              <p:pRg st="1" end="1"/>
                                            </p:txEl>
                                          </p:spTgt>
                                        </p:tgtEl>
                                      </p:cBhvr>
                                    </p:animEffect>
                                    <p:anim calcmode="lin" valueType="num">
                                      <p:cBhvr>
                                        <p:cTn id="29"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animEffect transition="in" filter="fade">
                                      <p:cBhvr>
                                        <p:cTn id="35" dur="1000"/>
                                        <p:tgtEl>
                                          <p:spTgt spid="4">
                                            <p:txEl>
                                              <p:pRg st="3" end="3"/>
                                            </p:txEl>
                                          </p:spTgt>
                                        </p:tgtEl>
                                      </p:cBhvr>
                                    </p:animEffect>
                                    <p:anim calcmode="lin" valueType="num">
                                      <p:cBhvr>
                                        <p:cTn id="36"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4">
                                            <p:txEl>
                                              <p:pRg st="4" end="4"/>
                                            </p:txEl>
                                          </p:spTgt>
                                        </p:tgtEl>
                                        <p:attrNameLst>
                                          <p:attrName>style.visibility</p:attrName>
                                        </p:attrNameLst>
                                      </p:cBhvr>
                                      <p:to>
                                        <p:strVal val="visible"/>
                                      </p:to>
                                    </p:set>
                                    <p:animEffect transition="in" filter="fade">
                                      <p:cBhvr>
                                        <p:cTn id="42" dur="1000"/>
                                        <p:tgtEl>
                                          <p:spTgt spid="4">
                                            <p:txEl>
                                              <p:pRg st="4" end="4"/>
                                            </p:txEl>
                                          </p:spTgt>
                                        </p:tgtEl>
                                      </p:cBhvr>
                                    </p:animEffect>
                                    <p:anim calcmode="lin" valueType="num">
                                      <p:cBhvr>
                                        <p:cTn id="43"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74BD0F-A58A-ED58-338B-9796C87B41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251" y="914400"/>
            <a:ext cx="9144000" cy="4636495"/>
          </a:xfrm>
          <a:prstGeom prst="rect">
            <a:avLst/>
          </a:prstGeom>
        </p:spPr>
      </p:pic>
    </p:spTree>
    <p:extLst>
      <p:ext uri="{BB962C8B-B14F-4D97-AF65-F5344CB8AC3E}">
        <p14:creationId xmlns:p14="http://schemas.microsoft.com/office/powerpoint/2010/main" val="1516369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C064B9-32A1-3F77-E838-E2A40B9C99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28700"/>
            <a:ext cx="9144000" cy="4800600"/>
          </a:xfrm>
          <a:prstGeom prst="rect">
            <a:avLst/>
          </a:prstGeom>
        </p:spPr>
      </p:pic>
    </p:spTree>
    <p:extLst>
      <p:ext uri="{BB962C8B-B14F-4D97-AF65-F5344CB8AC3E}">
        <p14:creationId xmlns:p14="http://schemas.microsoft.com/office/powerpoint/2010/main" val="27565315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96822" y="685800"/>
            <a:ext cx="6550356" cy="627736"/>
          </a:xfrm>
          <a:prstGeom prst="rect">
            <a:avLst/>
          </a:prstGeom>
        </p:spPr>
        <p:txBody>
          <a:bodyPr vert="horz" wrap="square" lIns="0" tIns="12065" rIns="0" bIns="0" rtlCol="0">
            <a:spAutoFit/>
          </a:bodyPr>
          <a:lstStyle/>
          <a:p>
            <a:pPr marL="12700">
              <a:lnSpc>
                <a:spcPct val="100000"/>
              </a:lnSpc>
              <a:spcBef>
                <a:spcPts val="95"/>
              </a:spcBef>
            </a:pPr>
            <a:r>
              <a:rPr b="1" spc="-60" dirty="0"/>
              <a:t>Data </a:t>
            </a:r>
            <a:r>
              <a:rPr b="1" spc="-135" dirty="0"/>
              <a:t>Dictionary </a:t>
            </a:r>
            <a:r>
              <a:rPr b="1" spc="-470" dirty="0"/>
              <a:t>-</a:t>
            </a:r>
            <a:r>
              <a:rPr b="1" spc="-465" dirty="0"/>
              <a:t> </a:t>
            </a:r>
            <a:r>
              <a:rPr b="1" spc="-65" dirty="0"/>
              <a:t>Metadata</a:t>
            </a:r>
          </a:p>
        </p:txBody>
      </p:sp>
      <p:sp>
        <p:nvSpPr>
          <p:cNvPr id="3" name="object 3"/>
          <p:cNvSpPr txBox="1"/>
          <p:nvPr/>
        </p:nvSpPr>
        <p:spPr>
          <a:xfrm>
            <a:off x="285750" y="1676226"/>
            <a:ext cx="8572500" cy="4495974"/>
          </a:xfrm>
          <a:prstGeom prst="rect">
            <a:avLst/>
          </a:prstGeom>
        </p:spPr>
        <p:txBody>
          <a:bodyPr vert="horz" wrap="square" lIns="0" tIns="12700" rIns="0" bIns="0" rtlCol="0">
            <a:spAutoFit/>
          </a:bodyPr>
          <a:lstStyle/>
          <a:p>
            <a:pPr marL="354965" marR="5080" indent="-342900">
              <a:lnSpc>
                <a:spcPct val="150000"/>
              </a:lnSpc>
              <a:spcBef>
                <a:spcPts val="100"/>
              </a:spcBef>
              <a:buClr>
                <a:srgbClr val="D24717"/>
              </a:buClr>
              <a:buSzPct val="85416"/>
              <a:buFont typeface="Arial" panose="020B0604020202020204" pitchFamily="34" charset="0"/>
              <a:buChar char="•"/>
              <a:tabLst>
                <a:tab pos="285115" algn="l"/>
                <a:tab pos="285750" algn="l"/>
              </a:tabLst>
            </a:pPr>
            <a:r>
              <a:rPr sz="2800" spc="-120" dirty="0">
                <a:cs typeface="Times New Roman"/>
              </a:rPr>
              <a:t>The </a:t>
            </a:r>
            <a:r>
              <a:rPr sz="2800" spc="-100" dirty="0">
                <a:cs typeface="Times New Roman"/>
              </a:rPr>
              <a:t>dictionary </a:t>
            </a:r>
            <a:r>
              <a:rPr sz="2800" spc="-40" dirty="0">
                <a:cs typeface="Times New Roman"/>
              </a:rPr>
              <a:t>or </a:t>
            </a:r>
            <a:r>
              <a:rPr sz="2800" spc="-130" dirty="0">
                <a:cs typeface="Times New Roman"/>
              </a:rPr>
              <a:t>catalog  </a:t>
            </a:r>
            <a:r>
              <a:rPr sz="2800" spc="-90" dirty="0">
                <a:cs typeface="Times New Roman"/>
              </a:rPr>
              <a:t>stores </a:t>
            </a:r>
            <a:r>
              <a:rPr sz="2800" spc="-95" dirty="0">
                <a:cs typeface="Times New Roman"/>
              </a:rPr>
              <a:t>information </a:t>
            </a:r>
            <a:r>
              <a:rPr sz="2800" spc="-100" dirty="0">
                <a:cs typeface="Times New Roman"/>
              </a:rPr>
              <a:t>about </a:t>
            </a:r>
            <a:r>
              <a:rPr sz="2800" spc="-70" dirty="0">
                <a:cs typeface="Times New Roman"/>
              </a:rPr>
              <a:t>the  </a:t>
            </a:r>
            <a:r>
              <a:rPr sz="2800" spc="-135" dirty="0">
                <a:cs typeface="Times New Roman"/>
              </a:rPr>
              <a:t>database</a:t>
            </a:r>
            <a:r>
              <a:rPr sz="2800" spc="-75" dirty="0">
                <a:cs typeface="Times New Roman"/>
              </a:rPr>
              <a:t> </a:t>
            </a:r>
            <a:r>
              <a:rPr sz="2800" spc="-105" dirty="0">
                <a:cs typeface="Times New Roman"/>
              </a:rPr>
              <a:t>itself</a:t>
            </a:r>
            <a:endParaRPr lang="en-US" sz="2800" spc="-105" dirty="0">
              <a:cs typeface="Times New Roman"/>
            </a:endParaRPr>
          </a:p>
          <a:p>
            <a:pPr marL="354965" marR="5080" indent="-342900">
              <a:lnSpc>
                <a:spcPct val="150000"/>
              </a:lnSpc>
              <a:spcBef>
                <a:spcPts val="100"/>
              </a:spcBef>
              <a:buClr>
                <a:srgbClr val="D24717"/>
              </a:buClr>
              <a:buSzPct val="85416"/>
              <a:buFont typeface="Arial" panose="020B0604020202020204" pitchFamily="34" charset="0"/>
              <a:buChar char="•"/>
              <a:tabLst>
                <a:tab pos="285115" algn="l"/>
                <a:tab pos="285750" algn="l"/>
              </a:tabLst>
            </a:pPr>
            <a:r>
              <a:rPr lang="en-US" sz="2800" b="1" spc="-140" dirty="0">
                <a:cs typeface="Times New Roman"/>
              </a:rPr>
              <a:t>This </a:t>
            </a:r>
            <a:r>
              <a:rPr lang="en-US" sz="2800" b="1" spc="-150" dirty="0">
                <a:cs typeface="Times New Roman"/>
              </a:rPr>
              <a:t>is </a:t>
            </a:r>
            <a:r>
              <a:rPr lang="en-US" sz="2800" b="1" spc="-120" dirty="0">
                <a:cs typeface="Times New Roman"/>
              </a:rPr>
              <a:t>data </a:t>
            </a:r>
            <a:r>
              <a:rPr lang="en-US" sz="2800" b="1" spc="-100" dirty="0">
                <a:cs typeface="Times New Roman"/>
              </a:rPr>
              <a:t>about </a:t>
            </a:r>
            <a:r>
              <a:rPr lang="en-US" sz="2800" b="1" spc="-120" dirty="0">
                <a:cs typeface="Times New Roman"/>
              </a:rPr>
              <a:t>data.</a:t>
            </a:r>
            <a:endParaRPr lang="en-US" sz="2800" b="1" spc="-110" dirty="0">
              <a:cs typeface="Times New Roman"/>
            </a:endParaRPr>
          </a:p>
          <a:p>
            <a:pPr marL="354965" marR="5080" indent="-342900">
              <a:lnSpc>
                <a:spcPct val="150000"/>
              </a:lnSpc>
              <a:spcBef>
                <a:spcPts val="100"/>
              </a:spcBef>
              <a:buClr>
                <a:srgbClr val="D24717"/>
              </a:buClr>
              <a:buSzPct val="85416"/>
              <a:buFont typeface="Arial" panose="020B0604020202020204" pitchFamily="34" charset="0"/>
              <a:buChar char="•"/>
              <a:tabLst>
                <a:tab pos="285115" algn="l"/>
                <a:tab pos="285750" algn="l"/>
              </a:tabLst>
            </a:pPr>
            <a:r>
              <a:rPr lang="en-US" sz="2800" dirty="0">
                <a:cs typeface="Times New Roman"/>
              </a:rPr>
              <a:t>Data source(data warehouse, data lakes, databases, applications) Tables names and descriptions. Table relationships. Number of columns, column name, and descriptions.</a:t>
            </a:r>
            <a:endParaRPr sz="2800" dirty="0">
              <a:cs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3444" y="457200"/>
            <a:ext cx="5026356" cy="627736"/>
          </a:xfrm>
          <a:prstGeom prst="rect">
            <a:avLst/>
          </a:prstGeom>
        </p:spPr>
        <p:txBody>
          <a:bodyPr vert="horz" wrap="square" lIns="0" tIns="12065" rIns="0" bIns="0" rtlCol="0">
            <a:spAutoFit/>
          </a:bodyPr>
          <a:lstStyle/>
          <a:p>
            <a:pPr marL="12700">
              <a:lnSpc>
                <a:spcPct val="100000"/>
              </a:lnSpc>
              <a:spcBef>
                <a:spcPts val="95"/>
              </a:spcBef>
            </a:pPr>
            <a:r>
              <a:rPr b="1" spc="-165" dirty="0"/>
              <a:t>File </a:t>
            </a:r>
            <a:r>
              <a:rPr b="1" spc="35" dirty="0"/>
              <a:t>Based</a:t>
            </a:r>
            <a:r>
              <a:rPr b="1" spc="-290" dirty="0"/>
              <a:t> </a:t>
            </a:r>
            <a:r>
              <a:rPr b="1" spc="-20" dirty="0"/>
              <a:t>Systems</a:t>
            </a:r>
          </a:p>
        </p:txBody>
      </p:sp>
      <p:sp>
        <p:nvSpPr>
          <p:cNvPr id="3" name="object 3"/>
          <p:cNvSpPr txBox="1"/>
          <p:nvPr/>
        </p:nvSpPr>
        <p:spPr>
          <a:xfrm>
            <a:off x="993444" y="1287145"/>
            <a:ext cx="7157112" cy="2093522"/>
          </a:xfrm>
          <a:prstGeom prst="rect">
            <a:avLst/>
          </a:prstGeom>
        </p:spPr>
        <p:txBody>
          <a:bodyPr vert="horz" wrap="square" lIns="0" tIns="79375" rIns="0" bIns="0" rtlCol="0">
            <a:spAutoFit/>
          </a:bodyPr>
          <a:lstStyle/>
          <a:p>
            <a:pPr marL="12065">
              <a:lnSpc>
                <a:spcPct val="100000"/>
              </a:lnSpc>
              <a:spcBef>
                <a:spcPts val="625"/>
              </a:spcBef>
              <a:buClr>
                <a:srgbClr val="D24717"/>
              </a:buClr>
              <a:buSzPct val="85416"/>
              <a:tabLst>
                <a:tab pos="285115" algn="l"/>
                <a:tab pos="285750" algn="l"/>
              </a:tabLst>
            </a:pPr>
            <a:r>
              <a:rPr sz="2400" spc="-135" dirty="0">
                <a:latin typeface="Times New Roman"/>
                <a:cs typeface="Times New Roman"/>
              </a:rPr>
              <a:t>File </a:t>
            </a:r>
            <a:r>
              <a:rPr sz="2400" spc="-140" dirty="0">
                <a:latin typeface="Times New Roman"/>
                <a:cs typeface="Times New Roman"/>
              </a:rPr>
              <a:t>based</a:t>
            </a:r>
            <a:r>
              <a:rPr sz="2400" spc="-10" dirty="0">
                <a:latin typeface="Times New Roman"/>
                <a:cs typeface="Times New Roman"/>
              </a:rPr>
              <a:t> </a:t>
            </a:r>
            <a:r>
              <a:rPr sz="2400" spc="-140" dirty="0">
                <a:latin typeface="Times New Roman"/>
                <a:cs typeface="Times New Roman"/>
              </a:rPr>
              <a:t>systems</a:t>
            </a:r>
            <a:endParaRPr sz="2400" dirty="0">
              <a:latin typeface="Times New Roman"/>
              <a:cs typeface="Times New Roman"/>
            </a:endParaRPr>
          </a:p>
          <a:p>
            <a:pPr marL="674370" lvl="1" indent="-342900">
              <a:lnSpc>
                <a:spcPct val="100000"/>
              </a:lnSpc>
              <a:spcBef>
                <a:spcPts val="450"/>
              </a:spcBef>
              <a:buClr>
                <a:srgbClr val="9B2C1F"/>
              </a:buClr>
              <a:buSzPct val="85000"/>
              <a:buFont typeface="Arial" panose="020B0604020202020204" pitchFamily="34" charset="0"/>
              <a:buChar char="•"/>
              <a:tabLst>
                <a:tab pos="561340" algn="l"/>
              </a:tabLst>
            </a:pPr>
            <a:r>
              <a:rPr sz="2400" spc="-110" dirty="0">
                <a:latin typeface="Times New Roman"/>
                <a:cs typeface="Times New Roman"/>
              </a:rPr>
              <a:t>Data </a:t>
            </a:r>
            <a:r>
              <a:rPr sz="2400" spc="-130" dirty="0">
                <a:latin typeface="Times New Roman"/>
                <a:cs typeface="Times New Roman"/>
              </a:rPr>
              <a:t>is </a:t>
            </a:r>
            <a:r>
              <a:rPr sz="2400" spc="-65" dirty="0">
                <a:latin typeface="Times New Roman"/>
                <a:cs typeface="Times New Roman"/>
              </a:rPr>
              <a:t>stored </a:t>
            </a:r>
            <a:r>
              <a:rPr sz="2400" spc="-90" dirty="0">
                <a:latin typeface="Times New Roman"/>
                <a:cs typeface="Times New Roman"/>
              </a:rPr>
              <a:t>in</a:t>
            </a:r>
            <a:r>
              <a:rPr sz="2400" spc="75" dirty="0">
                <a:latin typeface="Times New Roman"/>
                <a:cs typeface="Times New Roman"/>
              </a:rPr>
              <a:t> </a:t>
            </a:r>
            <a:r>
              <a:rPr sz="2400" spc="-110" dirty="0">
                <a:latin typeface="Times New Roman"/>
                <a:cs typeface="Times New Roman"/>
              </a:rPr>
              <a:t>files</a:t>
            </a:r>
            <a:endParaRPr sz="2400" dirty="0">
              <a:latin typeface="Times New Roman"/>
              <a:cs typeface="Times New Roman"/>
            </a:endParaRPr>
          </a:p>
          <a:p>
            <a:pPr marL="674370" lvl="1" indent="-342900">
              <a:lnSpc>
                <a:spcPct val="100000"/>
              </a:lnSpc>
              <a:spcBef>
                <a:spcPts val="409"/>
              </a:spcBef>
              <a:buClr>
                <a:srgbClr val="9B2C1F"/>
              </a:buClr>
              <a:buSzPct val="85000"/>
              <a:buFont typeface="Arial" panose="020B0604020202020204" pitchFamily="34" charset="0"/>
              <a:buChar char="•"/>
              <a:tabLst>
                <a:tab pos="561340" algn="l"/>
              </a:tabLst>
            </a:pPr>
            <a:r>
              <a:rPr sz="2400" spc="-145" dirty="0">
                <a:latin typeface="Times New Roman"/>
                <a:cs typeface="Times New Roman"/>
              </a:rPr>
              <a:t>Each </a:t>
            </a:r>
            <a:r>
              <a:rPr sz="2400" spc="-100" dirty="0">
                <a:latin typeface="Times New Roman"/>
                <a:cs typeface="Times New Roman"/>
              </a:rPr>
              <a:t>file </a:t>
            </a:r>
            <a:r>
              <a:rPr sz="2400" spc="-145" dirty="0">
                <a:latin typeface="Times New Roman"/>
                <a:cs typeface="Times New Roman"/>
              </a:rPr>
              <a:t>has </a:t>
            </a:r>
            <a:r>
              <a:rPr sz="2400" spc="-160" dirty="0">
                <a:latin typeface="Times New Roman"/>
                <a:cs typeface="Times New Roman"/>
              </a:rPr>
              <a:t>a </a:t>
            </a:r>
            <a:r>
              <a:rPr sz="2400" spc="-114" dirty="0">
                <a:latin typeface="Times New Roman"/>
                <a:cs typeface="Times New Roman"/>
              </a:rPr>
              <a:t>specific</a:t>
            </a:r>
            <a:r>
              <a:rPr sz="2400" spc="-105" dirty="0">
                <a:latin typeface="Times New Roman"/>
                <a:cs typeface="Times New Roman"/>
              </a:rPr>
              <a:t> </a:t>
            </a:r>
            <a:r>
              <a:rPr sz="2400" spc="-75" dirty="0">
                <a:latin typeface="Times New Roman"/>
                <a:cs typeface="Times New Roman"/>
              </a:rPr>
              <a:t>format</a:t>
            </a:r>
            <a:endParaRPr sz="2400" dirty="0">
              <a:latin typeface="Times New Roman"/>
              <a:cs typeface="Times New Roman"/>
            </a:endParaRPr>
          </a:p>
          <a:p>
            <a:pPr marL="675005" marR="5080" lvl="1" indent="-342900">
              <a:lnSpc>
                <a:spcPct val="100000"/>
              </a:lnSpc>
              <a:spcBef>
                <a:spcPts val="395"/>
              </a:spcBef>
              <a:buClr>
                <a:srgbClr val="9B2C1F"/>
              </a:buClr>
              <a:buSzPct val="85000"/>
              <a:buFont typeface="Arial" panose="020B0604020202020204" pitchFamily="34" charset="0"/>
              <a:buChar char="•"/>
              <a:tabLst>
                <a:tab pos="561340" algn="l"/>
              </a:tabLst>
            </a:pPr>
            <a:r>
              <a:rPr sz="2400" spc="-95" dirty="0">
                <a:latin typeface="Times New Roman"/>
                <a:cs typeface="Times New Roman"/>
              </a:rPr>
              <a:t>Programs </a:t>
            </a:r>
            <a:r>
              <a:rPr sz="2400" spc="-65" dirty="0">
                <a:latin typeface="Times New Roman"/>
                <a:cs typeface="Times New Roman"/>
              </a:rPr>
              <a:t>that </a:t>
            </a:r>
            <a:r>
              <a:rPr sz="2400" spc="-110" dirty="0">
                <a:latin typeface="Times New Roman"/>
                <a:cs typeface="Times New Roman"/>
              </a:rPr>
              <a:t>use </a:t>
            </a:r>
            <a:r>
              <a:rPr sz="2400" spc="-80" dirty="0">
                <a:latin typeface="Times New Roman"/>
                <a:cs typeface="Times New Roman"/>
              </a:rPr>
              <a:t>these </a:t>
            </a:r>
            <a:r>
              <a:rPr sz="2400" spc="-114" dirty="0">
                <a:latin typeface="Times New Roman"/>
                <a:cs typeface="Times New Roman"/>
              </a:rPr>
              <a:t>files  </a:t>
            </a:r>
            <a:r>
              <a:rPr sz="2400" spc="-85" dirty="0">
                <a:latin typeface="Times New Roman"/>
                <a:cs typeface="Times New Roman"/>
              </a:rPr>
              <a:t>depend on </a:t>
            </a:r>
            <a:r>
              <a:rPr sz="2400" spc="-105" dirty="0">
                <a:latin typeface="Times New Roman"/>
                <a:cs typeface="Times New Roman"/>
              </a:rPr>
              <a:t>knowledge </a:t>
            </a:r>
            <a:r>
              <a:rPr sz="2400" spc="-85" dirty="0">
                <a:latin typeface="Times New Roman"/>
                <a:cs typeface="Times New Roman"/>
              </a:rPr>
              <a:t>about </a:t>
            </a:r>
            <a:r>
              <a:rPr sz="2400" spc="-65" dirty="0">
                <a:latin typeface="Times New Roman"/>
                <a:cs typeface="Times New Roman"/>
              </a:rPr>
              <a:t>that  </a:t>
            </a:r>
            <a:r>
              <a:rPr sz="2400" spc="-75" dirty="0">
                <a:latin typeface="Times New Roman"/>
                <a:cs typeface="Times New Roman"/>
              </a:rPr>
              <a:t>format</a:t>
            </a:r>
            <a:endParaRPr sz="2400" dirty="0">
              <a:latin typeface="Times New Roman"/>
              <a:cs typeface="Times New Roman"/>
            </a:endParaRPr>
          </a:p>
        </p:txBody>
      </p:sp>
      <p:pic>
        <p:nvPicPr>
          <p:cNvPr id="6" name="Picture 5">
            <a:extLst>
              <a:ext uri="{FF2B5EF4-FFF2-40B4-BE49-F238E27FC236}">
                <a16:creationId xmlns:a16="http://schemas.microsoft.com/office/drawing/2014/main" id="{FF4FAD5E-5E8D-9872-7133-056CCF7A99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4375" y="3477334"/>
            <a:ext cx="7715250" cy="34575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80711"/>
            <a:ext cx="7874851" cy="1243289"/>
          </a:xfrm>
          <a:prstGeom prst="rect">
            <a:avLst/>
          </a:prstGeom>
        </p:spPr>
        <p:txBody>
          <a:bodyPr vert="horz" wrap="square" lIns="0" tIns="12065" rIns="0" bIns="0" rtlCol="0">
            <a:spAutoFit/>
          </a:bodyPr>
          <a:lstStyle/>
          <a:p>
            <a:pPr marL="12700">
              <a:lnSpc>
                <a:spcPct val="100000"/>
              </a:lnSpc>
              <a:spcBef>
                <a:spcPts val="95"/>
              </a:spcBef>
            </a:pPr>
            <a:r>
              <a:rPr b="1" spc="-125" dirty="0"/>
              <a:t>Relational</a:t>
            </a:r>
            <a:r>
              <a:rPr lang="en-US" b="1" spc="-125" dirty="0"/>
              <a:t> Database Management</a:t>
            </a:r>
            <a:r>
              <a:rPr b="1" spc="-254" dirty="0"/>
              <a:t> </a:t>
            </a:r>
            <a:r>
              <a:rPr b="1" spc="-20" dirty="0"/>
              <a:t>System</a:t>
            </a:r>
          </a:p>
        </p:txBody>
      </p:sp>
      <p:sp>
        <p:nvSpPr>
          <p:cNvPr id="4" name="TextBox 3">
            <a:extLst>
              <a:ext uri="{FF2B5EF4-FFF2-40B4-BE49-F238E27FC236}">
                <a16:creationId xmlns:a16="http://schemas.microsoft.com/office/drawing/2014/main" id="{9048559A-D5DD-CD9F-F959-93237D495055}"/>
              </a:ext>
            </a:extLst>
          </p:cNvPr>
          <p:cNvSpPr txBox="1"/>
          <p:nvPr/>
        </p:nvSpPr>
        <p:spPr>
          <a:xfrm>
            <a:off x="275705" y="1524000"/>
            <a:ext cx="8839200" cy="2805063"/>
          </a:xfrm>
          <a:prstGeom prst="rect">
            <a:avLst/>
          </a:prstGeom>
          <a:noFill/>
        </p:spPr>
        <p:txBody>
          <a:bodyPr wrap="square" rtlCol="0">
            <a:spAutoFit/>
          </a:bodyPr>
          <a:lstStyle/>
          <a:p>
            <a:pPr marL="342900" indent="-342900">
              <a:lnSpc>
                <a:spcPct val="150000"/>
              </a:lnSpc>
              <a:buFont typeface="Wingdings" panose="05000000000000000000" pitchFamily="2" charset="2"/>
              <a:buChar char="§"/>
            </a:pPr>
            <a:r>
              <a:rPr lang="en-US" sz="2400" b="0" i="0" dirty="0">
                <a:solidFill>
                  <a:srgbClr val="202124"/>
                </a:solidFill>
                <a:effectLst/>
              </a:rPr>
              <a:t>A </a:t>
            </a:r>
            <a:r>
              <a:rPr lang="en-US" sz="2400" b="1" i="0" dirty="0">
                <a:solidFill>
                  <a:srgbClr val="202124"/>
                </a:solidFill>
                <a:effectLst/>
              </a:rPr>
              <a:t>relational database management system (</a:t>
            </a:r>
            <a:r>
              <a:rPr lang="en-US" sz="2400" b="0" i="0" dirty="0">
                <a:solidFill>
                  <a:srgbClr val="202124"/>
                </a:solidFill>
                <a:effectLst/>
              </a:rPr>
              <a:t>RDBMS or just RDB) is </a:t>
            </a:r>
            <a:r>
              <a:rPr lang="en-US" sz="2400" b="1" i="0" dirty="0">
                <a:solidFill>
                  <a:srgbClr val="202124"/>
                </a:solidFill>
                <a:effectLst/>
              </a:rPr>
              <a:t>a common type of database that stores data in tables, so it can be used in relation to other stored datasets</a:t>
            </a:r>
            <a:r>
              <a:rPr lang="en-US" sz="2400" b="0" i="0" dirty="0">
                <a:solidFill>
                  <a:srgbClr val="202124"/>
                </a:solidFill>
                <a:effectLst/>
              </a:rPr>
              <a:t>. </a:t>
            </a:r>
          </a:p>
          <a:p>
            <a:pPr marL="342900" indent="-342900">
              <a:lnSpc>
                <a:spcPct val="150000"/>
              </a:lnSpc>
              <a:buFont typeface="Wingdings" panose="05000000000000000000" pitchFamily="2" charset="2"/>
              <a:buChar char="§"/>
            </a:pPr>
            <a:r>
              <a:rPr lang="en-US" sz="2400" b="0" i="0" dirty="0">
                <a:solidFill>
                  <a:srgbClr val="202124"/>
                </a:solidFill>
                <a:effectLst/>
              </a:rPr>
              <a:t>Most databases used by businesses these days are relational databases, as opposed to a flat file or hierarchical database.</a:t>
            </a:r>
            <a:endParaRPr lang="en-US" sz="2400" dirty="0"/>
          </a:p>
        </p:txBody>
      </p:sp>
      <p:pic>
        <p:nvPicPr>
          <p:cNvPr id="6" name="Picture 5">
            <a:extLst>
              <a:ext uri="{FF2B5EF4-FFF2-40B4-BE49-F238E27FC236}">
                <a16:creationId xmlns:a16="http://schemas.microsoft.com/office/drawing/2014/main" id="{30FA0496-E2D5-EC1C-70BC-78487B1CB7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2697" y="4724400"/>
            <a:ext cx="4038606" cy="173211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3444" y="688974"/>
            <a:ext cx="4097020" cy="635000"/>
          </a:xfrm>
          <a:prstGeom prst="rect">
            <a:avLst/>
          </a:prstGeom>
        </p:spPr>
        <p:txBody>
          <a:bodyPr vert="horz" wrap="square" lIns="0" tIns="12065" rIns="0" bIns="0" rtlCol="0">
            <a:spAutoFit/>
          </a:bodyPr>
          <a:lstStyle/>
          <a:p>
            <a:pPr marL="12700">
              <a:lnSpc>
                <a:spcPct val="100000"/>
              </a:lnSpc>
              <a:spcBef>
                <a:spcPts val="95"/>
              </a:spcBef>
            </a:pPr>
            <a:r>
              <a:rPr spc="-125" dirty="0"/>
              <a:t>Relational</a:t>
            </a:r>
            <a:r>
              <a:rPr spc="-254" dirty="0"/>
              <a:t> </a:t>
            </a:r>
            <a:r>
              <a:rPr spc="-20" dirty="0"/>
              <a:t>Systems</a:t>
            </a:r>
          </a:p>
        </p:txBody>
      </p:sp>
      <p:sp>
        <p:nvSpPr>
          <p:cNvPr id="3" name="object 3"/>
          <p:cNvSpPr/>
          <p:nvPr/>
        </p:nvSpPr>
        <p:spPr>
          <a:xfrm>
            <a:off x="152400" y="304800"/>
            <a:ext cx="8740140" cy="6251447"/>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206</TotalTime>
  <Words>787</Words>
  <Application>Microsoft Office PowerPoint</Application>
  <PresentationFormat>On-screen Show (4:3)</PresentationFormat>
  <Paragraphs>109</Paragraphs>
  <Slides>21</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Arial</vt:lpstr>
      <vt:lpstr>Calibri</vt:lpstr>
      <vt:lpstr>Cascadia Mono</vt:lpstr>
      <vt:lpstr>Times New Roman</vt:lpstr>
      <vt:lpstr>Trebuchet MS</vt:lpstr>
      <vt:lpstr>Wingdings</vt:lpstr>
      <vt:lpstr>Office Theme</vt:lpstr>
      <vt:lpstr>Introduction to Database Systems</vt:lpstr>
      <vt:lpstr>Role of Data in Computer</vt:lpstr>
      <vt:lpstr>Types of Data</vt:lpstr>
      <vt:lpstr>PowerPoint Presentation</vt:lpstr>
      <vt:lpstr>Why Study Databases?</vt:lpstr>
      <vt:lpstr>What is a Database?</vt:lpstr>
      <vt:lpstr>PowerPoint Presentation</vt:lpstr>
      <vt:lpstr>Database Examples</vt:lpstr>
      <vt:lpstr>PowerPoint Presentation</vt:lpstr>
      <vt:lpstr>PowerPoint Presentation</vt:lpstr>
      <vt:lpstr>PowerPoint Presentation</vt:lpstr>
      <vt:lpstr>Database Management Systems</vt:lpstr>
      <vt:lpstr>PowerPoint Presentation</vt:lpstr>
      <vt:lpstr>What the DBMS does?</vt:lpstr>
      <vt:lpstr>Types of SQL Statements</vt:lpstr>
      <vt:lpstr>PowerPoint Presentation</vt:lpstr>
      <vt:lpstr>PowerPoint Presentation</vt:lpstr>
      <vt:lpstr>Data Dictionary - Metadata</vt:lpstr>
      <vt:lpstr>File Based Systems</vt:lpstr>
      <vt:lpstr>Relational Database Management System</vt:lpstr>
      <vt:lpstr>Relational Systems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Database Systems</dc:title>
  <dc:creator>School of Computer Science &amp; IT</dc:creator>
  <cp:lastModifiedBy>sadia saad</cp:lastModifiedBy>
  <cp:revision>3</cp:revision>
  <dcterms:created xsi:type="dcterms:W3CDTF">2022-10-12T17:36:36Z</dcterms:created>
  <dcterms:modified xsi:type="dcterms:W3CDTF">2022-10-13T04:56:35Z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2021-02-19T00:00:00Z</vt:filetime>
  </property>
  <property fmtid="{D5CDD505-2E9C-101B-9397-08002B2CF9AE}" pid="3" name="Creator">
    <vt:lpwstr>Microsoft® PowerPoint® 2013</vt:lpwstr>
  </property>
  <property fmtid="{D5CDD505-2E9C-101B-9397-08002B2CF9AE}" pid="4" name="LastSaved">
    <vt:filetime>2022-10-12T00:00:00Z</vt:filetime>
  </property>
</Properties>
</file>