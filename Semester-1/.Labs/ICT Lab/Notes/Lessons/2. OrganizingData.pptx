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0" roundtripDataSignature="AMtx7mjCe4sDvOavGZvGUMCoEI8yR71g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aleway-regular.fntdata"/><Relationship Id="rId21" Type="http://schemas.openxmlformats.org/officeDocument/2006/relationships/slide" Target="slides/slide17.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19"/>
          <p:cNvSpPr txBox="1"/>
          <p:nvPr>
            <p:ph type="ctrTitle"/>
          </p:nvPr>
        </p:nvSpPr>
        <p:spPr>
          <a:xfrm>
            <a:off x="645225" y="2762725"/>
            <a:ext cx="6736500" cy="115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4400"/>
              <a:buNone/>
              <a:defRPr sz="4400">
                <a:solidFill>
                  <a:schemeClr val="dk2"/>
                </a:solidFill>
              </a:defRPr>
            </a:lvl1pPr>
            <a:lvl2pPr lvl="1" algn="l">
              <a:lnSpc>
                <a:spcPct val="100000"/>
              </a:lnSpc>
              <a:spcBef>
                <a:spcPts val="0"/>
              </a:spcBef>
              <a:spcAft>
                <a:spcPts val="0"/>
              </a:spcAft>
              <a:buClr>
                <a:schemeClr val="dk2"/>
              </a:buClr>
              <a:buSzPts val="4400"/>
              <a:buNone/>
              <a:defRPr sz="4400">
                <a:solidFill>
                  <a:schemeClr val="dk2"/>
                </a:solidFill>
              </a:defRPr>
            </a:lvl2pPr>
            <a:lvl3pPr lvl="2" algn="l">
              <a:lnSpc>
                <a:spcPct val="100000"/>
              </a:lnSpc>
              <a:spcBef>
                <a:spcPts val="0"/>
              </a:spcBef>
              <a:spcAft>
                <a:spcPts val="0"/>
              </a:spcAft>
              <a:buClr>
                <a:schemeClr val="dk2"/>
              </a:buClr>
              <a:buSzPts val="4400"/>
              <a:buNone/>
              <a:defRPr sz="4400">
                <a:solidFill>
                  <a:schemeClr val="dk2"/>
                </a:solidFill>
              </a:defRPr>
            </a:lvl3pPr>
            <a:lvl4pPr lvl="3" algn="l">
              <a:lnSpc>
                <a:spcPct val="100000"/>
              </a:lnSpc>
              <a:spcBef>
                <a:spcPts val="0"/>
              </a:spcBef>
              <a:spcAft>
                <a:spcPts val="0"/>
              </a:spcAft>
              <a:buClr>
                <a:schemeClr val="dk2"/>
              </a:buClr>
              <a:buSzPts val="4400"/>
              <a:buNone/>
              <a:defRPr sz="4400">
                <a:solidFill>
                  <a:schemeClr val="dk2"/>
                </a:solidFill>
              </a:defRPr>
            </a:lvl4pPr>
            <a:lvl5pPr lvl="4" algn="l">
              <a:lnSpc>
                <a:spcPct val="100000"/>
              </a:lnSpc>
              <a:spcBef>
                <a:spcPts val="0"/>
              </a:spcBef>
              <a:spcAft>
                <a:spcPts val="0"/>
              </a:spcAft>
              <a:buClr>
                <a:schemeClr val="dk2"/>
              </a:buClr>
              <a:buSzPts val="4400"/>
              <a:buNone/>
              <a:defRPr sz="4400">
                <a:solidFill>
                  <a:schemeClr val="dk2"/>
                </a:solidFill>
              </a:defRPr>
            </a:lvl5pPr>
            <a:lvl6pPr lvl="5" algn="l">
              <a:lnSpc>
                <a:spcPct val="100000"/>
              </a:lnSpc>
              <a:spcBef>
                <a:spcPts val="0"/>
              </a:spcBef>
              <a:spcAft>
                <a:spcPts val="0"/>
              </a:spcAft>
              <a:buClr>
                <a:schemeClr val="dk2"/>
              </a:buClr>
              <a:buSzPts val="4400"/>
              <a:buNone/>
              <a:defRPr sz="4400">
                <a:solidFill>
                  <a:schemeClr val="dk2"/>
                </a:solidFill>
              </a:defRPr>
            </a:lvl6pPr>
            <a:lvl7pPr lvl="6" algn="l">
              <a:lnSpc>
                <a:spcPct val="100000"/>
              </a:lnSpc>
              <a:spcBef>
                <a:spcPts val="0"/>
              </a:spcBef>
              <a:spcAft>
                <a:spcPts val="0"/>
              </a:spcAft>
              <a:buClr>
                <a:schemeClr val="dk2"/>
              </a:buClr>
              <a:buSzPts val="4400"/>
              <a:buNone/>
              <a:defRPr sz="4400">
                <a:solidFill>
                  <a:schemeClr val="dk2"/>
                </a:solidFill>
              </a:defRPr>
            </a:lvl7pPr>
            <a:lvl8pPr lvl="7" algn="l">
              <a:lnSpc>
                <a:spcPct val="100000"/>
              </a:lnSpc>
              <a:spcBef>
                <a:spcPts val="0"/>
              </a:spcBef>
              <a:spcAft>
                <a:spcPts val="0"/>
              </a:spcAft>
              <a:buClr>
                <a:schemeClr val="dk2"/>
              </a:buClr>
              <a:buSzPts val="4400"/>
              <a:buNone/>
              <a:defRPr sz="4400">
                <a:solidFill>
                  <a:schemeClr val="dk2"/>
                </a:solidFill>
              </a:defRPr>
            </a:lvl8pPr>
            <a:lvl9pPr lvl="8" algn="l">
              <a:lnSpc>
                <a:spcPct val="100000"/>
              </a:lnSpc>
              <a:spcBef>
                <a:spcPts val="0"/>
              </a:spcBef>
              <a:spcAft>
                <a:spcPts val="0"/>
              </a:spcAft>
              <a:buClr>
                <a:schemeClr val="dk2"/>
              </a:buClr>
              <a:buSzPts val="4400"/>
              <a:buNone/>
              <a:defRPr sz="4400">
                <a:solidFill>
                  <a:schemeClr val="dk2"/>
                </a:solidFill>
              </a:defRPr>
            </a:lvl9pPr>
          </a:lstStyle>
          <a:p/>
        </p:txBody>
      </p:sp>
      <p:sp>
        <p:nvSpPr>
          <p:cNvPr id="11" name="Google Shape;11;p19"/>
          <p:cNvSpPr/>
          <p:nvPr/>
        </p:nvSpPr>
        <p:spPr>
          <a:xfrm>
            <a:off x="5938246" y="2533163"/>
            <a:ext cx="7218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9"/>
          <p:cNvSpPr/>
          <p:nvPr/>
        </p:nvSpPr>
        <p:spPr>
          <a:xfrm>
            <a:off x="6659861" y="2533163"/>
            <a:ext cx="7218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9"/>
          <p:cNvSpPr/>
          <p:nvPr/>
        </p:nvSpPr>
        <p:spPr>
          <a:xfrm>
            <a:off x="-1" y="2533163"/>
            <a:ext cx="7218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9"/>
          <p:cNvSpPr/>
          <p:nvPr/>
        </p:nvSpPr>
        <p:spPr>
          <a:xfrm>
            <a:off x="721425" y="2533163"/>
            <a:ext cx="52167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0"/>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0"/>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0"/>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0"/>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21" name="Shape 21"/>
        <p:cNvGrpSpPr/>
        <p:nvPr/>
      </p:nvGrpSpPr>
      <p:grpSpPr>
        <a:xfrm>
          <a:off x="0" y="0"/>
          <a:ext cx="0" cy="0"/>
          <a:chOff x="0" y="0"/>
          <a:chExt cx="0" cy="0"/>
        </a:xfrm>
      </p:grpSpPr>
      <p:sp>
        <p:nvSpPr>
          <p:cNvPr id="22" name="Google Shape;22;p21"/>
          <p:cNvSpPr/>
          <p:nvPr/>
        </p:nvSpPr>
        <p:spPr>
          <a:xfrm>
            <a:off x="0" y="0"/>
            <a:ext cx="9144000" cy="3993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1"/>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24" name="Google Shape;24;p21"/>
          <p:cNvSpPr txBox="1"/>
          <p:nvPr>
            <p:ph idx="1" type="subTitle"/>
          </p:nvPr>
        </p:nvSpPr>
        <p:spPr>
          <a:xfrm>
            <a:off x="685800" y="2840053"/>
            <a:ext cx="77724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2400"/>
              <a:buNone/>
              <a:defRPr b="1" sz="2400">
                <a:solidFill>
                  <a:schemeClr val="lt1"/>
                </a:solidFill>
              </a:defRPr>
            </a:lvl1pPr>
            <a:lvl2pPr lvl="1" algn="ctr">
              <a:lnSpc>
                <a:spcPct val="100000"/>
              </a:lnSpc>
              <a:spcBef>
                <a:spcPts val="0"/>
              </a:spcBef>
              <a:spcAft>
                <a:spcPts val="0"/>
              </a:spcAft>
              <a:buClr>
                <a:schemeClr val="lt1"/>
              </a:buClr>
              <a:buSzPts val="2400"/>
              <a:buNone/>
              <a:defRPr b="1">
                <a:solidFill>
                  <a:schemeClr val="lt1"/>
                </a:solidFill>
              </a:defRPr>
            </a:lvl2pPr>
            <a:lvl3pPr lvl="2" algn="ctr">
              <a:lnSpc>
                <a:spcPct val="100000"/>
              </a:lnSpc>
              <a:spcBef>
                <a:spcPts val="0"/>
              </a:spcBef>
              <a:spcAft>
                <a:spcPts val="0"/>
              </a:spcAft>
              <a:buClr>
                <a:schemeClr val="lt1"/>
              </a:buClr>
              <a:buSzPts val="2400"/>
              <a:buNone/>
              <a:defRPr b="1">
                <a:solidFill>
                  <a:schemeClr val="lt1"/>
                </a:solidFill>
              </a:defRPr>
            </a:lvl3pPr>
            <a:lvl4pPr lvl="3" algn="ctr">
              <a:lnSpc>
                <a:spcPct val="100000"/>
              </a:lnSpc>
              <a:spcBef>
                <a:spcPts val="0"/>
              </a:spcBef>
              <a:spcAft>
                <a:spcPts val="0"/>
              </a:spcAft>
              <a:buClr>
                <a:schemeClr val="lt1"/>
              </a:buClr>
              <a:buSzPts val="2400"/>
              <a:buNone/>
              <a:defRPr b="1" sz="2400">
                <a:solidFill>
                  <a:schemeClr val="lt1"/>
                </a:solidFill>
              </a:defRPr>
            </a:lvl4pPr>
            <a:lvl5pPr lvl="4" algn="ctr">
              <a:lnSpc>
                <a:spcPct val="100000"/>
              </a:lnSpc>
              <a:spcBef>
                <a:spcPts val="0"/>
              </a:spcBef>
              <a:spcAft>
                <a:spcPts val="0"/>
              </a:spcAft>
              <a:buClr>
                <a:schemeClr val="lt1"/>
              </a:buClr>
              <a:buSzPts val="2400"/>
              <a:buNone/>
              <a:defRPr b="1" sz="2400">
                <a:solidFill>
                  <a:schemeClr val="lt1"/>
                </a:solidFill>
              </a:defRPr>
            </a:lvl5pPr>
            <a:lvl6pPr lvl="5" algn="ctr">
              <a:lnSpc>
                <a:spcPct val="100000"/>
              </a:lnSpc>
              <a:spcBef>
                <a:spcPts val="0"/>
              </a:spcBef>
              <a:spcAft>
                <a:spcPts val="0"/>
              </a:spcAft>
              <a:buClr>
                <a:schemeClr val="lt1"/>
              </a:buClr>
              <a:buSzPts val="2400"/>
              <a:buNone/>
              <a:defRPr b="1" sz="2400">
                <a:solidFill>
                  <a:schemeClr val="lt1"/>
                </a:solidFill>
              </a:defRPr>
            </a:lvl6pPr>
            <a:lvl7pPr lvl="6" algn="ctr">
              <a:lnSpc>
                <a:spcPct val="100000"/>
              </a:lnSpc>
              <a:spcBef>
                <a:spcPts val="0"/>
              </a:spcBef>
              <a:spcAft>
                <a:spcPts val="0"/>
              </a:spcAft>
              <a:buClr>
                <a:schemeClr val="lt1"/>
              </a:buClr>
              <a:buSzPts val="2400"/>
              <a:buNone/>
              <a:defRPr b="1" sz="2400">
                <a:solidFill>
                  <a:schemeClr val="lt1"/>
                </a:solidFill>
              </a:defRPr>
            </a:lvl7pPr>
            <a:lvl8pPr lvl="7" algn="ctr">
              <a:lnSpc>
                <a:spcPct val="100000"/>
              </a:lnSpc>
              <a:spcBef>
                <a:spcPts val="0"/>
              </a:spcBef>
              <a:spcAft>
                <a:spcPts val="0"/>
              </a:spcAft>
              <a:buClr>
                <a:schemeClr val="lt1"/>
              </a:buClr>
              <a:buSzPts val="2400"/>
              <a:buNone/>
              <a:defRPr b="1" sz="2400">
                <a:solidFill>
                  <a:schemeClr val="lt1"/>
                </a:solidFill>
              </a:defRPr>
            </a:lvl8pPr>
            <a:lvl9pPr lvl="8" algn="ctr">
              <a:lnSpc>
                <a:spcPct val="100000"/>
              </a:lnSpc>
              <a:spcBef>
                <a:spcPts val="0"/>
              </a:spcBef>
              <a:spcAft>
                <a:spcPts val="0"/>
              </a:spcAft>
              <a:buClr>
                <a:schemeClr val="lt1"/>
              </a:buClr>
              <a:buSzPts val="2400"/>
              <a:buNone/>
              <a:defRPr b="1" sz="2400">
                <a:solidFill>
                  <a:schemeClr val="lt1"/>
                </a:solidFill>
              </a:defRPr>
            </a:lvl9pPr>
          </a:lstStyle>
          <a:p/>
        </p:txBody>
      </p:sp>
      <p:sp>
        <p:nvSpPr>
          <p:cNvPr id="25" name="Google Shape;25;p21"/>
          <p:cNvSpPr/>
          <p:nvPr/>
        </p:nvSpPr>
        <p:spPr>
          <a:xfrm>
            <a:off x="3047704" y="3992850"/>
            <a:ext cx="3047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1"/>
          <p:cNvSpPr/>
          <p:nvPr/>
        </p:nvSpPr>
        <p:spPr>
          <a:xfrm>
            <a:off x="6096271" y="3992850"/>
            <a:ext cx="3047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1"/>
          <p:cNvSpPr/>
          <p:nvPr/>
        </p:nvSpPr>
        <p:spPr>
          <a:xfrm>
            <a:off x="1" y="3992850"/>
            <a:ext cx="3047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1"/>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9" name="Shape 29"/>
        <p:cNvGrpSpPr/>
        <p:nvPr/>
      </p:nvGrpSpPr>
      <p:grpSpPr>
        <a:xfrm>
          <a:off x="0" y="0"/>
          <a:ext cx="0" cy="0"/>
          <a:chOff x="0" y="0"/>
          <a:chExt cx="0" cy="0"/>
        </a:xfrm>
      </p:grpSpPr>
      <p:sp>
        <p:nvSpPr>
          <p:cNvPr id="30" name="Google Shape;30;p22"/>
          <p:cNvSpPr txBox="1"/>
          <p:nvPr>
            <p:ph type="title"/>
          </p:nvPr>
        </p:nvSpPr>
        <p:spPr>
          <a:xfrm>
            <a:off x="893700" y="358388"/>
            <a:ext cx="6462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1" name="Google Shape;31;p22"/>
          <p:cNvSpPr txBox="1"/>
          <p:nvPr>
            <p:ph idx="1" type="body"/>
          </p:nvPr>
        </p:nvSpPr>
        <p:spPr>
          <a:xfrm>
            <a:off x="893700" y="1373588"/>
            <a:ext cx="6462600" cy="35523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Clr>
                <a:schemeClr val="accent6"/>
              </a:buClr>
              <a:buSzPts val="1800"/>
              <a:buChar char="▷"/>
              <a:defRPr>
                <a:solidFill>
                  <a:schemeClr val="dk1"/>
                </a:solidFill>
              </a:defRPr>
            </a:lvl1pPr>
            <a:lvl2pPr indent="-381000" lvl="1" marL="914400" algn="l">
              <a:lnSpc>
                <a:spcPct val="100000"/>
              </a:lnSpc>
              <a:spcBef>
                <a:spcPts val="0"/>
              </a:spcBef>
              <a:spcAft>
                <a:spcPts val="0"/>
              </a:spcAft>
              <a:buClr>
                <a:schemeClr val="dk1"/>
              </a:buClr>
              <a:buSzPts val="2400"/>
              <a:buChar char="○"/>
              <a:defRPr>
                <a:solidFill>
                  <a:schemeClr val="dk1"/>
                </a:solidFill>
              </a:defRPr>
            </a:lvl2pPr>
            <a:lvl3pPr indent="-381000" lvl="2" marL="1371600" algn="l">
              <a:lnSpc>
                <a:spcPct val="100000"/>
              </a:lnSpc>
              <a:spcBef>
                <a:spcPts val="0"/>
              </a:spcBef>
              <a:spcAft>
                <a:spcPts val="0"/>
              </a:spcAft>
              <a:buClr>
                <a:schemeClr val="dk1"/>
              </a:buClr>
              <a:buSzPts val="2400"/>
              <a:buChar char="■"/>
              <a:defRPr>
                <a:solidFill>
                  <a:schemeClr val="dk1"/>
                </a:solidFill>
              </a:defRPr>
            </a:lvl3pPr>
            <a:lvl4pPr indent="-381000" lvl="3" marL="1828800" algn="l">
              <a:lnSpc>
                <a:spcPct val="100000"/>
              </a:lnSpc>
              <a:spcBef>
                <a:spcPts val="0"/>
              </a:spcBef>
              <a:spcAft>
                <a:spcPts val="0"/>
              </a:spcAft>
              <a:buClr>
                <a:schemeClr val="dk1"/>
              </a:buClr>
              <a:buSzPts val="2400"/>
              <a:buChar char="●"/>
              <a:defRPr>
                <a:solidFill>
                  <a:schemeClr val="dk1"/>
                </a:solidFill>
              </a:defRPr>
            </a:lvl4pPr>
            <a:lvl5pPr indent="-381000" lvl="4" marL="2286000" algn="l">
              <a:lnSpc>
                <a:spcPct val="100000"/>
              </a:lnSpc>
              <a:spcBef>
                <a:spcPts val="0"/>
              </a:spcBef>
              <a:spcAft>
                <a:spcPts val="0"/>
              </a:spcAft>
              <a:buClr>
                <a:schemeClr val="dk1"/>
              </a:buClr>
              <a:buSzPts val="2400"/>
              <a:buChar char="○"/>
              <a:defRPr>
                <a:solidFill>
                  <a:schemeClr val="dk1"/>
                </a:solidFill>
              </a:defRPr>
            </a:lvl5pPr>
            <a:lvl6pPr indent="-381000" lvl="5" marL="2743200" algn="l">
              <a:lnSpc>
                <a:spcPct val="100000"/>
              </a:lnSpc>
              <a:spcBef>
                <a:spcPts val="0"/>
              </a:spcBef>
              <a:spcAft>
                <a:spcPts val="0"/>
              </a:spcAft>
              <a:buClr>
                <a:schemeClr val="dk1"/>
              </a:buClr>
              <a:buSzPts val="2400"/>
              <a:buChar char="■"/>
              <a:defRPr>
                <a:solidFill>
                  <a:schemeClr val="dk1"/>
                </a:solidFill>
              </a:defRPr>
            </a:lvl6pPr>
            <a:lvl7pPr indent="-381000" lvl="6" marL="3200400" algn="l">
              <a:lnSpc>
                <a:spcPct val="100000"/>
              </a:lnSpc>
              <a:spcBef>
                <a:spcPts val="0"/>
              </a:spcBef>
              <a:spcAft>
                <a:spcPts val="0"/>
              </a:spcAft>
              <a:buClr>
                <a:schemeClr val="dk1"/>
              </a:buClr>
              <a:buSzPts val="2400"/>
              <a:buChar char="●"/>
              <a:defRPr>
                <a:solidFill>
                  <a:schemeClr val="dk1"/>
                </a:solidFill>
              </a:defRPr>
            </a:lvl7pPr>
            <a:lvl8pPr indent="-381000" lvl="7" marL="3657600" algn="l">
              <a:lnSpc>
                <a:spcPct val="100000"/>
              </a:lnSpc>
              <a:spcBef>
                <a:spcPts val="0"/>
              </a:spcBef>
              <a:spcAft>
                <a:spcPts val="0"/>
              </a:spcAft>
              <a:buClr>
                <a:schemeClr val="dk1"/>
              </a:buClr>
              <a:buSzPts val="2400"/>
              <a:buChar char="○"/>
              <a:defRPr>
                <a:solidFill>
                  <a:schemeClr val="dk1"/>
                </a:solidFill>
              </a:defRPr>
            </a:lvl8pPr>
            <a:lvl9pPr indent="-381000" lvl="8" marL="4114800" algn="l">
              <a:lnSpc>
                <a:spcPct val="100000"/>
              </a:lnSpc>
              <a:spcBef>
                <a:spcPts val="0"/>
              </a:spcBef>
              <a:spcAft>
                <a:spcPts val="0"/>
              </a:spcAft>
              <a:buClr>
                <a:schemeClr val="dk1"/>
              </a:buClr>
              <a:buSzPts val="2400"/>
              <a:buChar char="■"/>
              <a:defRPr>
                <a:solidFill>
                  <a:schemeClr val="dk1"/>
                </a:solidFill>
              </a:defRPr>
            </a:lvl9pPr>
          </a:lstStyle>
          <a:p/>
        </p:txBody>
      </p:sp>
      <p:sp>
        <p:nvSpPr>
          <p:cNvPr id="32" name="Google Shape;32;p22"/>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2"/>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2"/>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2"/>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2"/>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7" name="Shape 37"/>
        <p:cNvGrpSpPr/>
        <p:nvPr/>
      </p:nvGrpSpPr>
      <p:grpSpPr>
        <a:xfrm>
          <a:off x="0" y="0"/>
          <a:ext cx="0" cy="0"/>
          <a:chOff x="0" y="0"/>
          <a:chExt cx="0" cy="0"/>
        </a:xfrm>
      </p:grpSpPr>
      <p:sp>
        <p:nvSpPr>
          <p:cNvPr id="38" name="Google Shape;38;p23"/>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3"/>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3"/>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3"/>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3"/>
          <p:cNvSpPr txBox="1"/>
          <p:nvPr>
            <p:ph type="title"/>
          </p:nvPr>
        </p:nvSpPr>
        <p:spPr>
          <a:xfrm>
            <a:off x="893700" y="358388"/>
            <a:ext cx="6462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3" name="Google Shape;43;p23"/>
          <p:cNvSpPr txBox="1"/>
          <p:nvPr>
            <p:ph idx="1" type="body"/>
          </p:nvPr>
        </p:nvSpPr>
        <p:spPr>
          <a:xfrm>
            <a:off x="893625" y="1200150"/>
            <a:ext cx="31368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44" name="Google Shape;44;p23"/>
          <p:cNvSpPr txBox="1"/>
          <p:nvPr>
            <p:ph idx="2" type="body"/>
          </p:nvPr>
        </p:nvSpPr>
        <p:spPr>
          <a:xfrm>
            <a:off x="4219456" y="1200150"/>
            <a:ext cx="31368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45" name="Google Shape;45;p23"/>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46" name="Shape 46"/>
        <p:cNvGrpSpPr/>
        <p:nvPr/>
      </p:nvGrpSpPr>
      <p:grpSpPr>
        <a:xfrm>
          <a:off x="0" y="0"/>
          <a:ext cx="0" cy="0"/>
          <a:chOff x="0" y="0"/>
          <a:chExt cx="0" cy="0"/>
        </a:xfrm>
      </p:grpSpPr>
      <p:sp>
        <p:nvSpPr>
          <p:cNvPr id="47" name="Google Shape;47;p24"/>
          <p:cNvSpPr txBox="1"/>
          <p:nvPr>
            <p:ph idx="1" type="body"/>
          </p:nvPr>
        </p:nvSpPr>
        <p:spPr>
          <a:xfrm>
            <a:off x="1710425" y="2161800"/>
            <a:ext cx="5723700" cy="819900"/>
          </a:xfrm>
          <a:prstGeom prst="rect">
            <a:avLst/>
          </a:prstGeom>
          <a:noFill/>
          <a:ln>
            <a:noFill/>
          </a:ln>
        </p:spPr>
        <p:txBody>
          <a:bodyPr anchorCtr="0" anchor="t" bIns="91425" lIns="91425" spcFirstLastPara="1" rIns="91425" wrap="square" tIns="91425">
            <a:noAutofit/>
          </a:bodyPr>
          <a:lstStyle>
            <a:lvl1pPr indent="-381000" lvl="0" marL="457200" algn="ctr">
              <a:lnSpc>
                <a:spcPct val="100000"/>
              </a:lnSpc>
              <a:spcBef>
                <a:spcPts val="600"/>
              </a:spcBef>
              <a:spcAft>
                <a:spcPts val="0"/>
              </a:spcAft>
              <a:buSzPts val="2400"/>
              <a:buChar char="▷"/>
              <a:defRPr i="1"/>
            </a:lvl1pPr>
            <a:lvl2pPr indent="-381000" lvl="1" marL="914400" algn="ctr">
              <a:lnSpc>
                <a:spcPct val="100000"/>
              </a:lnSpc>
              <a:spcBef>
                <a:spcPts val="0"/>
              </a:spcBef>
              <a:spcAft>
                <a:spcPts val="0"/>
              </a:spcAft>
              <a:buSzPts val="2400"/>
              <a:buChar char="○"/>
              <a:defRPr i="1"/>
            </a:lvl2pPr>
            <a:lvl3pPr indent="-381000" lvl="2" marL="1371600" algn="ctr">
              <a:lnSpc>
                <a:spcPct val="100000"/>
              </a:lnSpc>
              <a:spcBef>
                <a:spcPts val="0"/>
              </a:spcBef>
              <a:spcAft>
                <a:spcPts val="0"/>
              </a:spcAft>
              <a:buSzPts val="2400"/>
              <a:buChar char="■"/>
              <a:defRPr i="1"/>
            </a:lvl3pPr>
            <a:lvl4pPr indent="-381000" lvl="3" marL="1828800" algn="ctr">
              <a:lnSpc>
                <a:spcPct val="100000"/>
              </a:lnSpc>
              <a:spcBef>
                <a:spcPts val="0"/>
              </a:spcBef>
              <a:spcAft>
                <a:spcPts val="0"/>
              </a:spcAft>
              <a:buSzPts val="2400"/>
              <a:buChar char="●"/>
              <a:defRPr i="1"/>
            </a:lvl4pPr>
            <a:lvl5pPr indent="-381000" lvl="4" marL="2286000" algn="ctr">
              <a:lnSpc>
                <a:spcPct val="100000"/>
              </a:lnSpc>
              <a:spcBef>
                <a:spcPts val="0"/>
              </a:spcBef>
              <a:spcAft>
                <a:spcPts val="0"/>
              </a:spcAft>
              <a:buSzPts val="2400"/>
              <a:buChar char="○"/>
              <a:defRPr i="1"/>
            </a:lvl5pPr>
            <a:lvl6pPr indent="-381000" lvl="5" marL="2743200" algn="ctr">
              <a:lnSpc>
                <a:spcPct val="100000"/>
              </a:lnSpc>
              <a:spcBef>
                <a:spcPts val="0"/>
              </a:spcBef>
              <a:spcAft>
                <a:spcPts val="0"/>
              </a:spcAft>
              <a:buSzPts val="2400"/>
              <a:buChar char="■"/>
              <a:defRPr i="1"/>
            </a:lvl6pPr>
            <a:lvl7pPr indent="-381000" lvl="6" marL="3200400" algn="ctr">
              <a:lnSpc>
                <a:spcPct val="100000"/>
              </a:lnSpc>
              <a:spcBef>
                <a:spcPts val="0"/>
              </a:spcBef>
              <a:spcAft>
                <a:spcPts val="0"/>
              </a:spcAft>
              <a:buSzPts val="2400"/>
              <a:buChar char="●"/>
              <a:defRPr i="1"/>
            </a:lvl7pPr>
            <a:lvl8pPr indent="-381000" lvl="7" marL="3657600" algn="ctr">
              <a:lnSpc>
                <a:spcPct val="100000"/>
              </a:lnSpc>
              <a:spcBef>
                <a:spcPts val="0"/>
              </a:spcBef>
              <a:spcAft>
                <a:spcPts val="0"/>
              </a:spcAft>
              <a:buSzPts val="2400"/>
              <a:buChar char="○"/>
              <a:defRPr i="1"/>
            </a:lvl8pPr>
            <a:lvl9pPr indent="-381000" lvl="8" marL="4114800" algn="ctr">
              <a:lnSpc>
                <a:spcPct val="100000"/>
              </a:lnSpc>
              <a:spcBef>
                <a:spcPts val="0"/>
              </a:spcBef>
              <a:spcAft>
                <a:spcPts val="0"/>
              </a:spcAft>
              <a:buSzPts val="2400"/>
              <a:buChar char="■"/>
              <a:defRPr i="1"/>
            </a:lvl9pPr>
          </a:lstStyle>
          <a:p/>
        </p:txBody>
      </p:sp>
      <p:sp>
        <p:nvSpPr>
          <p:cNvPr id="48" name="Google Shape;48;p24"/>
          <p:cNvSpPr txBox="1"/>
          <p:nvPr/>
        </p:nvSpPr>
        <p:spPr>
          <a:xfrm>
            <a:off x="3593400" y="1181419"/>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chemeClr val="accent6"/>
                </a:solidFill>
                <a:latin typeface="Arial"/>
                <a:ea typeface="Arial"/>
                <a:cs typeface="Arial"/>
                <a:sym typeface="Arial"/>
              </a:rPr>
              <a:t>“</a:t>
            </a:r>
            <a:endParaRPr b="1" i="0" sz="9600" u="none" cap="none" strike="noStrike">
              <a:solidFill>
                <a:schemeClr val="accent6"/>
              </a:solidFill>
              <a:latin typeface="Arial"/>
              <a:ea typeface="Arial"/>
              <a:cs typeface="Arial"/>
              <a:sym typeface="Arial"/>
            </a:endParaRPr>
          </a:p>
        </p:txBody>
      </p:sp>
      <p:sp>
        <p:nvSpPr>
          <p:cNvPr id="49" name="Google Shape;49;p24"/>
          <p:cNvSpPr/>
          <p:nvPr/>
        </p:nvSpPr>
        <p:spPr>
          <a:xfrm>
            <a:off x="5723283" y="1599675"/>
            <a:ext cx="17103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4"/>
          <p:cNvSpPr/>
          <p:nvPr/>
        </p:nvSpPr>
        <p:spPr>
          <a:xfrm>
            <a:off x="7434177" y="1599675"/>
            <a:ext cx="17103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4"/>
          <p:cNvSpPr/>
          <p:nvPr/>
        </p:nvSpPr>
        <p:spPr>
          <a:xfrm>
            <a:off x="0" y="1599675"/>
            <a:ext cx="17103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4"/>
          <p:cNvSpPr/>
          <p:nvPr/>
        </p:nvSpPr>
        <p:spPr>
          <a:xfrm>
            <a:off x="1710425" y="1599675"/>
            <a:ext cx="17103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4"/>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893700" y="358388"/>
            <a:ext cx="6462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1pPr>
            <a:lvl2pPr lvl="1"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2pPr>
            <a:lvl3pPr lvl="2"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3pPr>
            <a:lvl4pPr lvl="3"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4pPr>
            <a:lvl5pPr lvl="4"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5pPr>
            <a:lvl6pPr lvl="5"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6pPr>
            <a:lvl7pPr lvl="6"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7pPr>
            <a:lvl8pPr lvl="7"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8pPr>
            <a:lvl9pPr lvl="8" marR="0" rtl="0" algn="l">
              <a:lnSpc>
                <a:spcPct val="100000"/>
              </a:lnSpc>
              <a:spcBef>
                <a:spcPts val="0"/>
              </a:spcBef>
              <a:spcAft>
                <a:spcPts val="0"/>
              </a:spcAft>
              <a:buClr>
                <a:schemeClr val="accent6"/>
              </a:buClr>
              <a:buSzPts val="3200"/>
              <a:buFont typeface="Raleway"/>
              <a:buNone/>
              <a:defRPr b="0" i="0" sz="3200" u="none" cap="none" strike="noStrike">
                <a:solidFill>
                  <a:schemeClr val="accent6"/>
                </a:solidFill>
                <a:latin typeface="Raleway"/>
                <a:ea typeface="Raleway"/>
                <a:cs typeface="Raleway"/>
                <a:sym typeface="Raleway"/>
              </a:defRPr>
            </a:lvl9pPr>
          </a:lstStyle>
          <a:p/>
        </p:txBody>
      </p:sp>
      <p:sp>
        <p:nvSpPr>
          <p:cNvPr id="7" name="Google Shape;7;p18"/>
          <p:cNvSpPr txBox="1"/>
          <p:nvPr>
            <p:ph idx="1" type="body"/>
          </p:nvPr>
        </p:nvSpPr>
        <p:spPr>
          <a:xfrm>
            <a:off x="893700" y="1373588"/>
            <a:ext cx="6462600" cy="35523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600"/>
              </a:spcBef>
              <a:spcAft>
                <a:spcPts val="0"/>
              </a:spcAft>
              <a:buClr>
                <a:schemeClr val="accent6"/>
              </a:buClr>
              <a:buSzPts val="2400"/>
              <a:buFont typeface="Lato"/>
              <a:buChar char="▷"/>
              <a:defRPr b="0" i="0" sz="2400" u="none" cap="none" strike="noStrike">
                <a:solidFill>
                  <a:schemeClr val="dk1"/>
                </a:solidFill>
                <a:latin typeface="Lato"/>
                <a:ea typeface="Lato"/>
                <a:cs typeface="Lato"/>
                <a:sym typeface="Lato"/>
              </a:defRPr>
            </a:lvl1pPr>
            <a:lvl2pPr indent="-381000" lvl="1" marL="9144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2pPr>
            <a:lvl3pPr indent="-381000" lvl="2" marL="13716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3pPr>
            <a:lvl4pPr indent="-381000" lvl="3" marL="18288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4pPr>
            <a:lvl5pPr indent="-381000" lvl="4" marL="22860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5pPr>
            <a:lvl6pPr indent="-381000" lvl="5" marL="27432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6pPr>
            <a:lvl7pPr indent="-381000" lvl="6" marL="32004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7pPr>
            <a:lvl8pPr indent="-381000" lvl="7" marL="36576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8pPr>
            <a:lvl9pPr indent="-381000" lvl="8" marL="4114800" marR="0" rtl="0" algn="l">
              <a:lnSpc>
                <a:spcPct val="100000"/>
              </a:lnSpc>
              <a:spcBef>
                <a:spcPts val="0"/>
              </a:spcBef>
              <a:spcAft>
                <a:spcPts val="0"/>
              </a:spcAft>
              <a:buClr>
                <a:schemeClr val="dk1"/>
              </a:buClr>
              <a:buSzPts val="2400"/>
              <a:buFont typeface="Lato"/>
              <a:buChar char="■"/>
              <a:defRPr b="0" i="0" sz="2400" u="none" cap="none" strike="noStrike">
                <a:solidFill>
                  <a:schemeClr val="dk1"/>
                </a:solidFill>
                <a:latin typeface="Lato"/>
                <a:ea typeface="Lato"/>
                <a:cs typeface="Lato"/>
                <a:sym typeface="Lato"/>
              </a:defRPr>
            </a:lvl9pPr>
          </a:lstStyle>
          <a:p/>
        </p:txBody>
      </p:sp>
      <p:sp>
        <p:nvSpPr>
          <p:cNvPr id="8" name="Google Shape;8;p18"/>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accent6"/>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645225" y="2762725"/>
            <a:ext cx="6736500" cy="1159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lang="en-US"/>
              <a:t>Organizing Data on Personal Computer</a:t>
            </a:r>
            <a:endParaRPr/>
          </a:p>
        </p:txBody>
      </p:sp>
      <p:pic>
        <p:nvPicPr>
          <p:cNvPr id="59" name="Google Shape;59;p1"/>
          <p:cNvPicPr preferRelativeResize="0"/>
          <p:nvPr/>
        </p:nvPicPr>
        <p:blipFill rotWithShape="1">
          <a:blip r:embed="rId3">
            <a:alphaModFix/>
          </a:blip>
          <a:srcRect b="0" l="0" r="0" t="0"/>
          <a:stretch/>
        </p:blipFill>
        <p:spPr>
          <a:xfrm>
            <a:off x="951187" y="99391"/>
            <a:ext cx="6124575" cy="23967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idx="4294967295" type="ctrTitle"/>
          </p:nvPr>
        </p:nvSpPr>
        <p:spPr>
          <a:xfrm>
            <a:off x="907775" y="1"/>
            <a:ext cx="7341704" cy="5068956"/>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6"/>
              </a:buClr>
              <a:buSzPts val="3200"/>
              <a:buFont typeface="Raleway"/>
              <a:buNone/>
            </a:pPr>
            <a:r>
              <a:rPr b="0" i="0" lang="en-US" sz="3800" u="none" cap="none" strike="noStrike">
                <a:solidFill>
                  <a:schemeClr val="accent3"/>
                </a:solidFill>
                <a:latin typeface="Raleway"/>
                <a:ea typeface="Raleway"/>
                <a:cs typeface="Raleway"/>
                <a:sym typeface="Raleway"/>
              </a:rPr>
              <a:t>Keep your Electronic Files Organized !!!</a:t>
            </a:r>
            <a:endParaRPr b="0" i="0" sz="3800" u="none" cap="none" strike="noStrike">
              <a:solidFill>
                <a:schemeClr val="accent3"/>
              </a:solidFill>
              <a:latin typeface="Raleway"/>
              <a:ea typeface="Raleway"/>
              <a:cs typeface="Raleway"/>
              <a:sym typeface="Raleway"/>
            </a:endParaRPr>
          </a:p>
        </p:txBody>
      </p:sp>
      <p:sp>
        <p:nvSpPr>
          <p:cNvPr id="65" name="Google Shape;65;p2"/>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US" sz="7200">
                <a:solidFill>
                  <a:schemeClr val="accent2"/>
                </a:solidFill>
              </a:rPr>
              <a:t>1.</a:t>
            </a:r>
            <a:endParaRPr sz="7200">
              <a:solidFill>
                <a:schemeClr val="accent2"/>
              </a:solidFill>
            </a:endParaRPr>
          </a:p>
          <a:p>
            <a:pPr indent="0" lvl="0" marL="0" rtl="0" algn="ctr">
              <a:lnSpc>
                <a:spcPct val="100000"/>
              </a:lnSpc>
              <a:spcBef>
                <a:spcPts val="0"/>
              </a:spcBef>
              <a:spcAft>
                <a:spcPts val="0"/>
              </a:spcAft>
              <a:buSzPts val="4800"/>
              <a:buNone/>
            </a:pPr>
            <a:r>
              <a:rPr lang="en-US"/>
              <a:t>Get Rid of Duplicate Files</a:t>
            </a:r>
            <a:endParaRPr/>
          </a:p>
        </p:txBody>
      </p:sp>
      <p:sp>
        <p:nvSpPr>
          <p:cNvPr id="71" name="Google Shape;71;p3"/>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4"/>
          <p:cNvSpPr txBox="1"/>
          <p:nvPr>
            <p:ph idx="1" type="body"/>
          </p:nvPr>
        </p:nvSpPr>
        <p:spPr>
          <a:xfrm>
            <a:off x="907774" y="0"/>
            <a:ext cx="7348330" cy="5068958"/>
          </a:xfrm>
          <a:prstGeom prst="rect">
            <a:avLst/>
          </a:prstGeom>
          <a:noFill/>
          <a:ln>
            <a:noFill/>
          </a:ln>
        </p:spPr>
        <p:txBody>
          <a:bodyPr anchorCtr="0" anchor="t" bIns="91425" lIns="91425" spcFirstLastPara="1" rIns="91425" wrap="square" tIns="91425">
            <a:noAutofit/>
          </a:bodyPr>
          <a:lstStyle/>
          <a:p>
            <a:pPr indent="0" lvl="0" marL="114300" rtl="0" algn="ctr">
              <a:lnSpc>
                <a:spcPct val="150000"/>
              </a:lnSpc>
              <a:spcBef>
                <a:spcPts val="600"/>
              </a:spcBef>
              <a:spcAft>
                <a:spcPts val="0"/>
              </a:spcAft>
              <a:buSzPts val="1800"/>
              <a:buNone/>
            </a:pPr>
            <a:r>
              <a:rPr lang="en-US">
                <a:solidFill>
                  <a:schemeClr val="accent3"/>
                </a:solidFill>
              </a:rPr>
              <a:t>Having Multiple Copies of the Same File is a Dangerous Game</a:t>
            </a:r>
            <a:endParaRPr/>
          </a:p>
          <a:p>
            <a:pPr indent="-342900" lvl="0" marL="457200" rtl="0" algn="l">
              <a:lnSpc>
                <a:spcPct val="150000"/>
              </a:lnSpc>
              <a:spcBef>
                <a:spcPts val="600"/>
              </a:spcBef>
              <a:spcAft>
                <a:spcPts val="0"/>
              </a:spcAft>
              <a:buSzPts val="1800"/>
              <a:buFont typeface="Noto Sans Symbols"/>
              <a:buChar char="❑"/>
            </a:pPr>
            <a:r>
              <a:rPr lang="en-US" sz="2000"/>
              <a:t>Waste of storage space</a:t>
            </a:r>
            <a:endParaRPr/>
          </a:p>
          <a:p>
            <a:pPr indent="-342900" lvl="0" marL="457200" rtl="0" algn="l">
              <a:lnSpc>
                <a:spcPct val="150000"/>
              </a:lnSpc>
              <a:spcBef>
                <a:spcPts val="600"/>
              </a:spcBef>
              <a:spcAft>
                <a:spcPts val="0"/>
              </a:spcAft>
              <a:buSzPts val="1800"/>
              <a:buFont typeface="Noto Sans Symbols"/>
              <a:buChar char="❑"/>
            </a:pPr>
            <a:r>
              <a:rPr lang="en-US" sz="2000"/>
              <a:t>Any changes won't sync between them</a:t>
            </a:r>
            <a:endParaRPr/>
          </a:p>
          <a:p>
            <a:pPr indent="-342900" lvl="0" marL="457200" rtl="0" algn="l">
              <a:lnSpc>
                <a:spcPct val="150000"/>
              </a:lnSpc>
              <a:spcBef>
                <a:spcPts val="600"/>
              </a:spcBef>
              <a:spcAft>
                <a:spcPts val="0"/>
              </a:spcAft>
              <a:buSzPts val="1800"/>
              <a:buFont typeface="Noto Sans Symbols"/>
              <a:buChar char="❑"/>
            </a:pPr>
            <a:r>
              <a:rPr lang="en-US" sz="2000"/>
              <a:t>Leads to having different versions of the same document</a:t>
            </a:r>
            <a:endParaRPr/>
          </a:p>
          <a:p>
            <a:pPr indent="0" lvl="0" marL="114300" rtl="0" algn="ctr">
              <a:lnSpc>
                <a:spcPct val="100000"/>
              </a:lnSpc>
              <a:spcBef>
                <a:spcPts val="600"/>
              </a:spcBef>
              <a:spcAft>
                <a:spcPts val="0"/>
              </a:spcAft>
              <a:buSzPts val="1800"/>
              <a:buNone/>
            </a:pPr>
            <a:r>
              <a:t/>
            </a:r>
            <a:endParaRPr sz="2000"/>
          </a:p>
          <a:p>
            <a:pPr indent="0" lvl="0" marL="114300" rtl="0" algn="just">
              <a:lnSpc>
                <a:spcPct val="100000"/>
              </a:lnSpc>
              <a:spcBef>
                <a:spcPts val="600"/>
              </a:spcBef>
              <a:spcAft>
                <a:spcPts val="0"/>
              </a:spcAft>
              <a:buSzPts val="1800"/>
              <a:buNone/>
            </a:pPr>
            <a:r>
              <a:rPr lang="en-US" sz="2000"/>
              <a:t>Copies of files often arise when they are saved in different places. Don't do this. Instead, use shortcuts. Within the folder, </a:t>
            </a:r>
            <a:r>
              <a:rPr b="1" lang="en-US" sz="2000"/>
              <a:t>right click</a:t>
            </a:r>
            <a:r>
              <a:rPr lang="en-US" sz="2000"/>
              <a:t> and choose </a:t>
            </a:r>
            <a:r>
              <a:rPr b="1" lang="en-US" sz="2000"/>
              <a:t>New &gt; Shortcut</a:t>
            </a:r>
            <a:r>
              <a:rPr lang="en-US" sz="2000"/>
              <a:t> and follow the wizard.</a:t>
            </a:r>
            <a:endParaRPr sz="2000"/>
          </a:p>
        </p:txBody>
      </p:sp>
      <p:sp>
        <p:nvSpPr>
          <p:cNvPr id="77" name="Google Shape;77;p4"/>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5"/>
          <p:cNvSpPr txBox="1"/>
          <p:nvPr>
            <p:ph type="ctrTitle"/>
          </p:nvPr>
        </p:nvSpPr>
        <p:spPr>
          <a:xfrm>
            <a:off x="621070" y="2126680"/>
            <a:ext cx="7901609"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US" sz="7200">
                <a:solidFill>
                  <a:schemeClr val="accent2"/>
                </a:solidFill>
              </a:rPr>
              <a:t>2.</a:t>
            </a:r>
            <a:endParaRPr sz="7200">
              <a:solidFill>
                <a:schemeClr val="accent2"/>
              </a:solidFill>
            </a:endParaRPr>
          </a:p>
          <a:p>
            <a:pPr indent="0" lvl="0" marL="0" rtl="0" algn="ctr">
              <a:lnSpc>
                <a:spcPct val="100000"/>
              </a:lnSpc>
              <a:spcBef>
                <a:spcPts val="0"/>
              </a:spcBef>
              <a:spcAft>
                <a:spcPts val="0"/>
              </a:spcAft>
              <a:buSzPts val="4800"/>
              <a:buNone/>
            </a:pPr>
            <a:r>
              <a:rPr lang="en-US"/>
              <a:t>Group Files in </a:t>
            </a:r>
            <a:br>
              <a:rPr lang="en-US"/>
            </a:br>
            <a:r>
              <a:rPr lang="en-US"/>
              <a:t>Folders and Sub-Folders</a:t>
            </a:r>
            <a:endParaRPr/>
          </a:p>
        </p:txBody>
      </p:sp>
      <p:sp>
        <p:nvSpPr>
          <p:cNvPr id="83" name="Google Shape;83;p5"/>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2000"/>
              <a:buNone/>
            </a:pPr>
            <a:r>
              <a:rPr b="1" lang="en-US" sz="2400"/>
              <a:t>Main/Large Folders</a:t>
            </a:r>
            <a:endParaRPr b="1" sz="2400"/>
          </a:p>
          <a:p>
            <a:pPr indent="0" lvl="0" marL="0" rtl="0" algn="l">
              <a:lnSpc>
                <a:spcPct val="100000"/>
              </a:lnSpc>
              <a:spcBef>
                <a:spcPts val="600"/>
              </a:spcBef>
              <a:spcAft>
                <a:spcPts val="0"/>
              </a:spcAft>
              <a:buSzPts val="2000"/>
              <a:buNone/>
            </a:pPr>
            <a:r>
              <a:rPr lang="en-US"/>
              <a:t>When you’re creating folders, think minimal.</a:t>
            </a:r>
            <a:endParaRPr/>
          </a:p>
          <a:p>
            <a:pPr indent="0" lvl="0" marL="0" rtl="0" algn="l">
              <a:lnSpc>
                <a:spcPct val="100000"/>
              </a:lnSpc>
              <a:spcBef>
                <a:spcPts val="600"/>
              </a:spcBef>
              <a:spcAft>
                <a:spcPts val="0"/>
              </a:spcAft>
              <a:buSzPts val="2000"/>
              <a:buNone/>
            </a:pPr>
            <a:r>
              <a:rPr lang="en-US"/>
              <a:t>For instance with Three Large folders:</a:t>
            </a:r>
            <a:endParaRPr/>
          </a:p>
          <a:p>
            <a:pPr indent="-342900" lvl="0" marL="342900" rtl="0" algn="l">
              <a:lnSpc>
                <a:spcPct val="100000"/>
              </a:lnSpc>
              <a:spcBef>
                <a:spcPts val="600"/>
              </a:spcBef>
              <a:spcAft>
                <a:spcPts val="0"/>
              </a:spcAft>
              <a:buSzPts val="2000"/>
              <a:buFont typeface="Noto Sans Symbols"/>
              <a:buChar char="❑"/>
            </a:pPr>
            <a:r>
              <a:rPr lang="en-US">
                <a:solidFill>
                  <a:schemeClr val="accent1"/>
                </a:solidFill>
              </a:rPr>
              <a:t>Documents </a:t>
            </a:r>
            <a:r>
              <a:rPr lang="en-US"/>
              <a:t>(Personal, Business, University, Family etc.)</a:t>
            </a:r>
            <a:endParaRPr/>
          </a:p>
          <a:p>
            <a:pPr indent="-342900" lvl="0" marL="342900" rtl="0" algn="l">
              <a:lnSpc>
                <a:spcPct val="100000"/>
              </a:lnSpc>
              <a:spcBef>
                <a:spcPts val="600"/>
              </a:spcBef>
              <a:spcAft>
                <a:spcPts val="0"/>
              </a:spcAft>
              <a:buSzPts val="2000"/>
              <a:buFont typeface="Noto Sans Symbols"/>
              <a:buChar char="❑"/>
            </a:pPr>
            <a:r>
              <a:rPr lang="en-US">
                <a:solidFill>
                  <a:schemeClr val="accent1"/>
                </a:solidFill>
              </a:rPr>
              <a:t>Shared </a:t>
            </a:r>
            <a:r>
              <a:rPr lang="en-US"/>
              <a:t>(Photos, etc.)</a:t>
            </a:r>
            <a:endParaRPr/>
          </a:p>
          <a:p>
            <a:pPr indent="-342900" lvl="0" marL="342900" rtl="0" algn="l">
              <a:lnSpc>
                <a:spcPct val="100000"/>
              </a:lnSpc>
              <a:spcBef>
                <a:spcPts val="600"/>
              </a:spcBef>
              <a:spcAft>
                <a:spcPts val="0"/>
              </a:spcAft>
              <a:buSzPts val="2000"/>
              <a:buFont typeface="Noto Sans Symbols"/>
              <a:buChar char="❑"/>
            </a:pPr>
            <a:r>
              <a:rPr lang="en-US">
                <a:solidFill>
                  <a:schemeClr val="accent1"/>
                </a:solidFill>
              </a:rPr>
              <a:t>For things made by the rest of the world</a:t>
            </a:r>
            <a:r>
              <a:rPr lang="en-US"/>
              <a:t> (MP3s, Movies, Software, etc.)</a:t>
            </a:r>
            <a:endParaRPr/>
          </a:p>
        </p:txBody>
      </p:sp>
      <p:sp>
        <p:nvSpPr>
          <p:cNvPr id="89" name="Google Shape;89;p6"/>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90" name="Google Shape;90;p6"/>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Now that you've gotten rid of the excess, you'll want to put the files that passed the test into Folders</a:t>
            </a:r>
            <a:endParaRPr sz="2400">
              <a:solidFill>
                <a:schemeClr val="accent3"/>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idx="1" type="body"/>
          </p:nvPr>
        </p:nvSpPr>
        <p:spPr>
          <a:xfrm>
            <a:off x="893700" y="1338370"/>
            <a:ext cx="4917378" cy="298243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2000"/>
              <a:buNone/>
            </a:pPr>
            <a:r>
              <a:rPr b="1" lang="en-US" sz="2400"/>
              <a:t>Sub-Folders</a:t>
            </a:r>
            <a:endParaRPr b="1" sz="2400"/>
          </a:p>
          <a:p>
            <a:pPr indent="-342900" lvl="0" marL="342900" rtl="0" algn="l">
              <a:lnSpc>
                <a:spcPct val="100000"/>
              </a:lnSpc>
              <a:spcBef>
                <a:spcPts val="600"/>
              </a:spcBef>
              <a:spcAft>
                <a:spcPts val="0"/>
              </a:spcAft>
              <a:buSzPts val="2000"/>
              <a:buFont typeface="Noto Sans Symbols"/>
              <a:buChar char="❑"/>
            </a:pPr>
            <a:r>
              <a:rPr lang="en-US"/>
              <a:t>Each folder will present its own particular set of requirements for further sub-organization. </a:t>
            </a:r>
            <a:endParaRPr/>
          </a:p>
          <a:p>
            <a:pPr indent="-342900" lvl="0" marL="342900" rtl="0" algn="l">
              <a:lnSpc>
                <a:spcPct val="100000"/>
              </a:lnSpc>
              <a:spcBef>
                <a:spcPts val="600"/>
              </a:spcBef>
              <a:spcAft>
                <a:spcPts val="0"/>
              </a:spcAft>
              <a:buSzPts val="2000"/>
              <a:buFont typeface="Noto Sans Symbols"/>
              <a:buChar char="❑"/>
            </a:pPr>
            <a:r>
              <a:rPr lang="en-US"/>
              <a:t>You may decide to organize your music collection into sub-folders based on the artist’s name or</a:t>
            </a:r>
            <a:endParaRPr/>
          </a:p>
          <a:p>
            <a:pPr indent="-342900" lvl="0" marL="342900" rtl="0" algn="l">
              <a:lnSpc>
                <a:spcPct val="100000"/>
              </a:lnSpc>
              <a:spcBef>
                <a:spcPts val="600"/>
              </a:spcBef>
              <a:spcAft>
                <a:spcPts val="0"/>
              </a:spcAft>
              <a:buSzPts val="2000"/>
              <a:buFont typeface="Noto Sans Symbols"/>
              <a:buChar char="❑"/>
            </a:pPr>
            <a:r>
              <a:rPr lang="en-US"/>
              <a:t>Digital photos might get organized based on the year/place they were taken.</a:t>
            </a:r>
            <a:endParaRPr/>
          </a:p>
        </p:txBody>
      </p:sp>
      <p:sp>
        <p:nvSpPr>
          <p:cNvPr id="96" name="Google Shape;96;p7"/>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97" name="Google Shape;97;p7"/>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lang="en-US" sz="2400">
                <a:solidFill>
                  <a:schemeClr val="accent3"/>
                </a:solidFill>
                <a:latin typeface="Lato"/>
                <a:ea typeface="Lato"/>
                <a:cs typeface="Lato"/>
                <a:sym typeface="Lato"/>
              </a:rPr>
              <a:t>Keep your Desktop Clean!</a:t>
            </a:r>
            <a:endParaRPr sz="2400">
              <a:solidFill>
                <a:schemeClr val="accent3"/>
              </a:solidFill>
              <a:latin typeface="Lato"/>
              <a:ea typeface="Lato"/>
              <a:cs typeface="Lato"/>
              <a:sym typeface="Lato"/>
            </a:endParaRPr>
          </a:p>
        </p:txBody>
      </p:sp>
      <p:pic>
        <p:nvPicPr>
          <p:cNvPr id="98" name="Google Shape;98;p7"/>
          <p:cNvPicPr preferRelativeResize="0"/>
          <p:nvPr/>
        </p:nvPicPr>
        <p:blipFill rotWithShape="1">
          <a:blip r:embed="rId3">
            <a:alphaModFix/>
          </a:blip>
          <a:srcRect b="0" l="0" r="0" t="0"/>
          <a:stretch/>
        </p:blipFill>
        <p:spPr>
          <a:xfrm>
            <a:off x="5174973" y="235353"/>
            <a:ext cx="3352801" cy="48512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type="ctrTitle"/>
          </p:nvPr>
        </p:nvSpPr>
        <p:spPr>
          <a:xfrm>
            <a:off x="621070" y="2126680"/>
            <a:ext cx="7901609"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US" sz="7200">
                <a:solidFill>
                  <a:schemeClr val="accent2"/>
                </a:solidFill>
              </a:rPr>
              <a:t>3.</a:t>
            </a:r>
            <a:endParaRPr sz="7200">
              <a:solidFill>
                <a:schemeClr val="accent2"/>
              </a:solidFill>
            </a:endParaRPr>
          </a:p>
          <a:p>
            <a:pPr indent="0" lvl="0" marL="0" rtl="0" algn="ctr">
              <a:lnSpc>
                <a:spcPct val="100000"/>
              </a:lnSpc>
              <a:spcBef>
                <a:spcPts val="0"/>
              </a:spcBef>
              <a:spcAft>
                <a:spcPts val="0"/>
              </a:spcAft>
              <a:buSzPts val="4800"/>
              <a:buNone/>
            </a:pPr>
            <a:r>
              <a:rPr lang="en-US"/>
              <a:t>Folders/Files Naming Convention</a:t>
            </a:r>
            <a:endParaRPr/>
          </a:p>
        </p:txBody>
      </p:sp>
      <p:sp>
        <p:nvSpPr>
          <p:cNvPr id="104" name="Google Shape;104;p8"/>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Use underscores as a delimiter (e.g. Doe_John_Proposal.doc.)</a:t>
            </a:r>
            <a:endParaRPr/>
          </a:p>
          <a:p>
            <a:pPr indent="-342900" lvl="0" marL="342900" rtl="0" algn="l">
              <a:lnSpc>
                <a:spcPct val="150000"/>
              </a:lnSpc>
              <a:spcBef>
                <a:spcPts val="600"/>
              </a:spcBef>
              <a:spcAft>
                <a:spcPts val="0"/>
              </a:spcAft>
              <a:buSzPts val="2000"/>
              <a:buFont typeface="Noto Sans Symbols"/>
              <a:buChar char="❑"/>
            </a:pPr>
            <a:r>
              <a:rPr lang="en-US"/>
              <a:t>Other characters such as / ? &lt; &gt; \ : * | " ^ are also prohibited in file or folder names under Windows.</a:t>
            </a:r>
            <a:endParaRPr/>
          </a:p>
        </p:txBody>
      </p:sp>
      <p:sp>
        <p:nvSpPr>
          <p:cNvPr id="110" name="Google Shape;110;p9"/>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11" name="Google Shape;111;p9"/>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Some operating systems (such as Unix) do not allow spaces in file or folder names, </a:t>
            </a:r>
            <a:br>
              <a:rPr lang="en-US" sz="2400">
                <a:solidFill>
                  <a:schemeClr val="accent3"/>
                </a:solidFill>
                <a:latin typeface="Lato"/>
                <a:ea typeface="Lato"/>
                <a:cs typeface="Lato"/>
                <a:sym typeface="Lato"/>
              </a:rPr>
            </a:br>
            <a:r>
              <a:rPr lang="en-US" sz="2400">
                <a:solidFill>
                  <a:schemeClr val="accent3"/>
                </a:solidFill>
                <a:latin typeface="Lato"/>
                <a:ea typeface="Lato"/>
                <a:cs typeface="Lato"/>
                <a:sym typeface="Lato"/>
              </a:rPr>
              <a:t>Avoid it!</a:t>
            </a:r>
            <a:endParaRPr sz="2400">
              <a:solidFill>
                <a:schemeClr val="accent3"/>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Use common abbreviations wherever possible, such as Jan for January or Corp for Corporation.</a:t>
            </a:r>
            <a:endParaRPr/>
          </a:p>
          <a:p>
            <a:pPr indent="-342900" lvl="0" marL="342900" rtl="0" algn="l">
              <a:lnSpc>
                <a:spcPct val="150000"/>
              </a:lnSpc>
              <a:spcBef>
                <a:spcPts val="600"/>
              </a:spcBef>
              <a:spcAft>
                <a:spcPts val="0"/>
              </a:spcAft>
              <a:buSzPts val="2000"/>
              <a:buFont typeface="Noto Sans Symbols"/>
              <a:buChar char="❑"/>
            </a:pPr>
            <a:r>
              <a:rPr lang="en-US"/>
              <a:t>But, don't use un-common abbreviations. They might make sense at the time, but you'll probably forget what they mean.</a:t>
            </a:r>
            <a:endParaRPr/>
          </a:p>
        </p:txBody>
      </p:sp>
      <p:sp>
        <p:nvSpPr>
          <p:cNvPr id="117" name="Google Shape;117;p10"/>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18" name="Google Shape;118;p10"/>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Under Windows the maximum full path length for a file (e.g. the drive letter + folder names + file name) is 260 characters.</a:t>
            </a:r>
            <a:endParaRPr sz="2400">
              <a:solidFill>
                <a:schemeClr val="accent3"/>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1"/>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Use descriptive file names</a:t>
            </a:r>
            <a:endParaRPr/>
          </a:p>
          <a:p>
            <a:pPr indent="-342900" lvl="0" marL="342900" rtl="0" algn="l">
              <a:lnSpc>
                <a:spcPct val="150000"/>
              </a:lnSpc>
              <a:spcBef>
                <a:spcPts val="600"/>
              </a:spcBef>
              <a:spcAft>
                <a:spcPts val="0"/>
              </a:spcAft>
              <a:buSzPts val="2000"/>
              <a:buFont typeface="Noto Sans Symbols"/>
              <a:buChar char="❑"/>
            </a:pPr>
            <a:r>
              <a:rPr lang="en-US"/>
              <a:t>Ensure your spelling and grammar are accurate so that they correctly appear in any searches</a:t>
            </a:r>
            <a:endParaRPr/>
          </a:p>
          <a:p>
            <a:pPr indent="-342900" lvl="0" marL="342900" rtl="0" algn="l">
              <a:lnSpc>
                <a:spcPct val="150000"/>
              </a:lnSpc>
              <a:spcBef>
                <a:spcPts val="600"/>
              </a:spcBef>
              <a:spcAft>
                <a:spcPts val="0"/>
              </a:spcAft>
              <a:buSzPts val="2000"/>
              <a:buFont typeface="Noto Sans Symbols"/>
              <a:buChar char="❑"/>
            </a:pPr>
            <a:r>
              <a:rPr lang="en-US"/>
              <a:t>Folders or Files used a lot, rename with a ! or an AA at the beginning of the file name, to keep them on top</a:t>
            </a:r>
            <a:endParaRPr/>
          </a:p>
        </p:txBody>
      </p:sp>
      <p:sp>
        <p:nvSpPr>
          <p:cNvPr id="124" name="Google Shape;124;p11"/>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25" name="Google Shape;125;p11"/>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Access Folders And Files Quickly</a:t>
            </a:r>
            <a:endParaRPr sz="2400">
              <a:solidFill>
                <a:schemeClr val="accent3"/>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txBox="1"/>
          <p:nvPr>
            <p:ph type="ctrTitle"/>
          </p:nvPr>
        </p:nvSpPr>
        <p:spPr>
          <a:xfrm>
            <a:off x="621070" y="2126680"/>
            <a:ext cx="7901609"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US" sz="7200">
                <a:solidFill>
                  <a:schemeClr val="accent2"/>
                </a:solidFill>
              </a:rPr>
              <a:t>4.</a:t>
            </a:r>
            <a:endParaRPr sz="7200">
              <a:solidFill>
                <a:schemeClr val="accent2"/>
              </a:solidFill>
            </a:endParaRPr>
          </a:p>
          <a:p>
            <a:pPr indent="0" lvl="0" marL="0" rtl="0" algn="ctr">
              <a:lnSpc>
                <a:spcPct val="100000"/>
              </a:lnSpc>
              <a:spcBef>
                <a:spcPts val="0"/>
              </a:spcBef>
              <a:spcAft>
                <a:spcPts val="0"/>
              </a:spcAft>
              <a:buSzPts val="4800"/>
              <a:buNone/>
            </a:pPr>
            <a:r>
              <a:rPr lang="en-US"/>
              <a:t>General Tips to Remember</a:t>
            </a:r>
            <a:endParaRPr/>
          </a:p>
        </p:txBody>
      </p:sp>
      <p:sp>
        <p:nvSpPr>
          <p:cNvPr id="131" name="Google Shape;131;p12"/>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Installing applications elsewhere is confusing and unnecessary. </a:t>
            </a:r>
            <a:endParaRPr/>
          </a:p>
          <a:p>
            <a:pPr indent="-342900" lvl="0" marL="342900" rtl="0" algn="l">
              <a:lnSpc>
                <a:spcPct val="150000"/>
              </a:lnSpc>
              <a:spcBef>
                <a:spcPts val="600"/>
              </a:spcBef>
              <a:spcAft>
                <a:spcPts val="0"/>
              </a:spcAft>
              <a:buSzPts val="2000"/>
              <a:buFont typeface="Noto Sans Symbols"/>
              <a:buChar char="❑"/>
            </a:pPr>
            <a:r>
              <a:rPr lang="en-US"/>
              <a:t>Get in the habit of using the "Save As" dialogue box to file your document as well as name it, putting it in the right place in the first place.</a:t>
            </a:r>
            <a:endParaRPr/>
          </a:p>
        </p:txBody>
      </p:sp>
      <p:sp>
        <p:nvSpPr>
          <p:cNvPr id="137" name="Google Shape;137;p13"/>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38" name="Google Shape;138;p13"/>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Use the Default Installation Folders for Programs</a:t>
            </a:r>
            <a:endParaRPr sz="2400">
              <a:solidFill>
                <a:schemeClr val="accent3"/>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You'll never need that old concert ticket PDF, so go ahead and delete the contents of your downloads folder</a:t>
            </a:r>
            <a:endParaRPr/>
          </a:p>
          <a:p>
            <a:pPr indent="-342900" lvl="0" marL="342900" rtl="0" algn="l">
              <a:lnSpc>
                <a:spcPct val="150000"/>
              </a:lnSpc>
              <a:spcBef>
                <a:spcPts val="600"/>
              </a:spcBef>
              <a:spcAft>
                <a:spcPts val="0"/>
              </a:spcAft>
              <a:buSzPts val="2000"/>
              <a:buFont typeface="Noto Sans Symbols"/>
              <a:buChar char="❑"/>
            </a:pPr>
            <a:r>
              <a:rPr lang="en-US"/>
              <a:t>Personally, I have one folder on my desktop that says "Desktop." (Clever, I know:). Keeps my desktop clean.</a:t>
            </a:r>
            <a:endParaRPr/>
          </a:p>
        </p:txBody>
      </p:sp>
      <p:sp>
        <p:nvSpPr>
          <p:cNvPr id="144" name="Google Shape;144;p14"/>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45" name="Google Shape;145;p14"/>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Keep the Downloads folder Clean!</a:t>
            </a:r>
            <a:endParaRPr sz="2400">
              <a:solidFill>
                <a:schemeClr val="accent3"/>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idx="1" type="body"/>
          </p:nvPr>
        </p:nvSpPr>
        <p:spPr>
          <a:xfrm>
            <a:off x="893700" y="1477518"/>
            <a:ext cx="7356602" cy="2982433"/>
          </a:xfrm>
          <a:prstGeom prst="rect">
            <a:avLst/>
          </a:prstGeom>
          <a:noFill/>
          <a:ln>
            <a:noFill/>
          </a:ln>
        </p:spPr>
        <p:txBody>
          <a:bodyPr anchorCtr="0" anchor="t" bIns="91425" lIns="91425" spcFirstLastPara="1" rIns="91425" wrap="square" tIns="91425">
            <a:noAutofit/>
          </a:bodyPr>
          <a:lstStyle/>
          <a:p>
            <a:pPr indent="-342900" lvl="0" marL="342900" rtl="0" algn="l">
              <a:lnSpc>
                <a:spcPct val="150000"/>
              </a:lnSpc>
              <a:spcBef>
                <a:spcPts val="600"/>
              </a:spcBef>
              <a:spcAft>
                <a:spcPts val="0"/>
              </a:spcAft>
              <a:buSzPts val="2000"/>
              <a:buFont typeface="Noto Sans Symbols"/>
              <a:buChar char="❑"/>
            </a:pPr>
            <a:r>
              <a:rPr lang="en-US"/>
              <a:t>Always keep a backup to avoid Data Loss</a:t>
            </a:r>
            <a:endParaRPr/>
          </a:p>
          <a:p>
            <a:pPr indent="-342900" lvl="0" marL="342900" rtl="0" algn="l">
              <a:lnSpc>
                <a:spcPct val="150000"/>
              </a:lnSpc>
              <a:spcBef>
                <a:spcPts val="600"/>
              </a:spcBef>
              <a:spcAft>
                <a:spcPts val="0"/>
              </a:spcAft>
              <a:buSzPts val="2000"/>
              <a:buFont typeface="Noto Sans Symbols"/>
              <a:buChar char="❑"/>
            </a:pPr>
            <a:r>
              <a:rPr lang="en-US"/>
              <a:t>Keep your backup on separate storage device</a:t>
            </a:r>
            <a:endParaRPr/>
          </a:p>
          <a:p>
            <a:pPr indent="-342900" lvl="0" marL="342900" rtl="0" algn="l">
              <a:lnSpc>
                <a:spcPct val="150000"/>
              </a:lnSpc>
              <a:spcBef>
                <a:spcPts val="600"/>
              </a:spcBef>
              <a:spcAft>
                <a:spcPts val="0"/>
              </a:spcAft>
              <a:buSzPts val="2000"/>
              <a:buFont typeface="Noto Sans Symbols"/>
              <a:buChar char="❑"/>
            </a:pPr>
            <a:r>
              <a:rPr lang="en-US"/>
              <a:t>Drive can get damaged or ransomware can encrypt your data</a:t>
            </a:r>
            <a:endParaRPr/>
          </a:p>
          <a:p>
            <a:pPr indent="-342900" lvl="0" marL="342900" rtl="0" algn="l">
              <a:lnSpc>
                <a:spcPct val="150000"/>
              </a:lnSpc>
              <a:spcBef>
                <a:spcPts val="600"/>
              </a:spcBef>
              <a:spcAft>
                <a:spcPts val="0"/>
              </a:spcAft>
              <a:buSzPts val="2000"/>
              <a:buFont typeface="Noto Sans Symbols"/>
              <a:buChar char="❑"/>
            </a:pPr>
            <a:r>
              <a:rPr lang="en-US"/>
              <a:t>Better keep a backup!!!</a:t>
            </a:r>
            <a:endParaRPr/>
          </a:p>
        </p:txBody>
      </p:sp>
      <p:sp>
        <p:nvSpPr>
          <p:cNvPr id="151" name="Google Shape;151;p15"/>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52" name="Google Shape;152;p15"/>
          <p:cNvSpPr txBox="1"/>
          <p:nvPr>
            <p:ph type="title"/>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sz="2400">
                <a:solidFill>
                  <a:schemeClr val="accent3"/>
                </a:solidFill>
                <a:latin typeface="Lato"/>
                <a:ea typeface="Lato"/>
                <a:cs typeface="Lato"/>
                <a:sym typeface="Lato"/>
              </a:rPr>
              <a:t>Back up Your Files Regularly!!!</a:t>
            </a:r>
            <a:endParaRPr sz="2400">
              <a:solidFill>
                <a:schemeClr val="accent3"/>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6"/>
          <p:cNvSpPr txBox="1"/>
          <p:nvPr>
            <p:ph type="ctrTitle"/>
          </p:nvPr>
        </p:nvSpPr>
        <p:spPr>
          <a:xfrm>
            <a:off x="621070" y="2126680"/>
            <a:ext cx="7901609"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US" sz="7200">
                <a:solidFill>
                  <a:schemeClr val="accent2"/>
                </a:solidFill>
              </a:rPr>
              <a:t>5.</a:t>
            </a:r>
            <a:endParaRPr sz="7200">
              <a:solidFill>
                <a:schemeClr val="accent2"/>
              </a:solidFill>
            </a:endParaRPr>
          </a:p>
          <a:p>
            <a:pPr indent="0" lvl="0" marL="0" rtl="0" algn="ctr">
              <a:lnSpc>
                <a:spcPct val="100000"/>
              </a:lnSpc>
              <a:spcBef>
                <a:spcPts val="0"/>
              </a:spcBef>
              <a:spcAft>
                <a:spcPts val="0"/>
              </a:spcAft>
              <a:buSzPts val="4800"/>
              <a:buNone/>
            </a:pPr>
            <a:r>
              <a:rPr lang="en-US"/>
              <a:t>Stick To Your Organization Plan</a:t>
            </a:r>
            <a:endParaRPr/>
          </a:p>
        </p:txBody>
      </p:sp>
      <p:sp>
        <p:nvSpPr>
          <p:cNvPr id="158" name="Google Shape;158;p16"/>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idx="1" type="body"/>
          </p:nvPr>
        </p:nvSpPr>
        <p:spPr>
          <a:xfrm>
            <a:off x="1710425" y="2161800"/>
            <a:ext cx="5723700" cy="819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600"/>
              </a:spcBef>
              <a:spcAft>
                <a:spcPts val="0"/>
              </a:spcAft>
              <a:buSzPts val="2400"/>
              <a:buNone/>
            </a:pPr>
            <a:r>
              <a:rPr i="0" lang="en-US" sz="2000"/>
              <a:t>Once you come up with an organizational plan, make sure you stick to it. "Every new file you get, spend those extra few seconds to file it where it belongs. Otherwise, in just a month or two, you’ll be worse off than before — half your files will be organized and half will be disorganized — and you won’t know which is which."</a:t>
            </a:r>
            <a:endParaRPr i="0" sz="2000"/>
          </a:p>
        </p:txBody>
      </p:sp>
      <p:sp>
        <p:nvSpPr>
          <p:cNvPr id="164" name="Google Shape;164;p17"/>
          <p:cNvSpPr txBox="1"/>
          <p:nvPr>
            <p:ph idx="12" type="sldNum"/>
          </p:nvPr>
        </p:nvSpPr>
        <p:spPr>
          <a:xfrm>
            <a:off x="-125" y="4830281"/>
            <a:ext cx="9144000" cy="3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
        <p:nvSpPr>
          <p:cNvPr id="165" name="Google Shape;165;p17"/>
          <p:cNvSpPr txBox="1"/>
          <p:nvPr/>
        </p:nvSpPr>
        <p:spPr>
          <a:xfrm>
            <a:off x="893700" y="185530"/>
            <a:ext cx="7356602" cy="1291988"/>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2400" u="none" cap="none" strike="noStrike">
                <a:solidFill>
                  <a:schemeClr val="accent3"/>
                </a:solidFill>
                <a:latin typeface="Lato"/>
                <a:ea typeface="Lato"/>
                <a:cs typeface="Lato"/>
                <a:sym typeface="Lato"/>
              </a:rPr>
              <a:t>Even if you don't know where something is, you know where it should be</a:t>
            </a:r>
            <a:endParaRPr b="0" i="0" sz="2400" u="none" cap="none" strike="noStrike">
              <a:solidFill>
                <a:schemeClr val="accent3"/>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