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media/image3.jp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8.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1"/>
  </p:sldMasterIdLst>
  <p:notesMasterIdLst>
    <p:notesMasterId r:id="rId22"/>
  </p:notesMasterIdLst>
  <p:sldIdLst>
    <p:sldId id="257" r:id="rId2"/>
    <p:sldId id="258" r:id="rId3"/>
    <p:sldId id="259" r:id="rId4"/>
    <p:sldId id="275" r:id="rId5"/>
    <p:sldId id="260" r:id="rId6"/>
    <p:sldId id="261" r:id="rId7"/>
    <p:sldId id="262" r:id="rId8"/>
    <p:sldId id="263" r:id="rId9"/>
    <p:sldId id="264" r:id="rId10"/>
    <p:sldId id="277" r:id="rId11"/>
    <p:sldId id="265" r:id="rId12"/>
    <p:sldId id="266" r:id="rId13"/>
    <p:sldId id="267" r:id="rId14"/>
    <p:sldId id="268" r:id="rId15"/>
    <p:sldId id="269" r:id="rId16"/>
    <p:sldId id="270" r:id="rId17"/>
    <p:sldId id="271" r:id="rId18"/>
    <p:sldId id="272" r:id="rId19"/>
    <p:sldId id="273" r:id="rId20"/>
    <p:sldId id="274" r:id="rId2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D05"/>
    <a:srgbClr val="7E0000"/>
    <a:srgbClr val="A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4291" autoAdjust="0"/>
  </p:normalViewPr>
  <p:slideViewPr>
    <p:cSldViewPr>
      <p:cViewPr varScale="1">
        <p:scale>
          <a:sx n="64" d="100"/>
          <a:sy n="64" d="100"/>
        </p:scale>
        <p:origin x="654"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D23E88-2650-4224-88EE-0F2124844BE0}" type="doc">
      <dgm:prSet loTypeId="urn:microsoft.com/office/officeart/2008/layout/VerticalCurvedList" loCatId="list" qsTypeId="urn:microsoft.com/office/officeart/2005/8/quickstyle/simple5" qsCatId="simple" csTypeId="urn:microsoft.com/office/officeart/2005/8/colors/colorful5" csCatId="colorful" phldr="1"/>
      <dgm:spPr/>
      <dgm:t>
        <a:bodyPr/>
        <a:lstStyle/>
        <a:p>
          <a:endParaRPr lang="en-US"/>
        </a:p>
      </dgm:t>
    </dgm:pt>
    <dgm:pt modelId="{FED6815D-F6AB-45EB-853D-CD32472C0D4A}">
      <dgm:prSet phldrT="[Text]"/>
      <dgm:spPr/>
      <dgm:t>
        <a:bodyPr/>
        <a:lstStyle/>
        <a:p>
          <a:pPr>
            <a:buFont typeface="Wingdings"/>
            <a:buChar char=""/>
          </a:pPr>
          <a:r>
            <a:rPr lang="en-US" dirty="0">
              <a:latin typeface="Trebuchet MS" panose="020B0603020202020204" pitchFamily="34" charset="0"/>
              <a:cs typeface="Times New Roman"/>
            </a:rPr>
            <a:t>Allocation of</a:t>
          </a:r>
          <a:r>
            <a:rPr lang="en-US" spc="-50" dirty="0">
              <a:latin typeface="Trebuchet MS" panose="020B0603020202020204" pitchFamily="34" charset="0"/>
              <a:cs typeface="Times New Roman"/>
            </a:rPr>
            <a:t> </a:t>
          </a:r>
          <a:r>
            <a:rPr lang="en-US" dirty="0">
              <a:latin typeface="Trebuchet MS" panose="020B0603020202020204" pitchFamily="34" charset="0"/>
              <a:cs typeface="Times New Roman"/>
            </a:rPr>
            <a:t>resources</a:t>
          </a:r>
        </a:p>
      </dgm:t>
    </dgm:pt>
    <dgm:pt modelId="{628CFADA-65F3-48EF-B8D7-0F4AD64A707B}" type="parTrans" cxnId="{F1010D19-3D46-4F34-A04A-B0C1878EEB1F}">
      <dgm:prSet/>
      <dgm:spPr/>
      <dgm:t>
        <a:bodyPr/>
        <a:lstStyle/>
        <a:p>
          <a:endParaRPr lang="en-US"/>
        </a:p>
      </dgm:t>
    </dgm:pt>
    <dgm:pt modelId="{2F0D8BD9-6C5D-4CF0-8776-B8366B2FB1AE}" type="sibTrans" cxnId="{F1010D19-3D46-4F34-A04A-B0C1878EEB1F}">
      <dgm:prSet/>
      <dgm:spPr/>
      <dgm:t>
        <a:bodyPr/>
        <a:lstStyle/>
        <a:p>
          <a:endParaRPr lang="en-US"/>
        </a:p>
      </dgm:t>
    </dgm:pt>
    <dgm:pt modelId="{A3BD4671-3806-412D-A48D-C9340F2C3B54}">
      <dgm:prSet phldrT="[Text]"/>
      <dgm:spPr/>
      <dgm:t>
        <a:bodyPr/>
        <a:lstStyle/>
        <a:p>
          <a:pPr>
            <a:buFont typeface="Wingdings"/>
            <a:buChar char=""/>
          </a:pPr>
          <a:r>
            <a:rPr lang="en-US" spc="-5" dirty="0">
              <a:latin typeface="Trebuchet MS" panose="020B0603020202020204" pitchFamily="34" charset="0"/>
              <a:cs typeface="Times New Roman"/>
            </a:rPr>
            <a:t>Memory</a:t>
          </a:r>
          <a:r>
            <a:rPr lang="en-US" spc="-15" dirty="0">
              <a:latin typeface="Trebuchet MS" panose="020B0603020202020204" pitchFamily="34" charset="0"/>
              <a:cs typeface="Times New Roman"/>
            </a:rPr>
            <a:t> </a:t>
          </a:r>
          <a:r>
            <a:rPr lang="en-US" spc="-5" dirty="0">
              <a:latin typeface="Trebuchet MS" panose="020B0603020202020204" pitchFamily="34" charset="0"/>
              <a:cs typeface="Times New Roman"/>
            </a:rPr>
            <a:t>management</a:t>
          </a:r>
          <a:endParaRPr lang="en-US" dirty="0">
            <a:latin typeface="Trebuchet MS" panose="020B0603020202020204" pitchFamily="34" charset="0"/>
            <a:cs typeface="Times New Roman"/>
          </a:endParaRPr>
        </a:p>
      </dgm:t>
    </dgm:pt>
    <dgm:pt modelId="{8E7CCD57-F0EE-4CF8-812A-B61F3A596F6E}" type="parTrans" cxnId="{CD5B368A-4C06-4491-BAAA-E16295990F75}">
      <dgm:prSet/>
      <dgm:spPr/>
      <dgm:t>
        <a:bodyPr/>
        <a:lstStyle/>
        <a:p>
          <a:endParaRPr lang="en-US"/>
        </a:p>
      </dgm:t>
    </dgm:pt>
    <dgm:pt modelId="{7824D377-C31F-4823-9224-9E19D6EF9DCB}" type="sibTrans" cxnId="{CD5B368A-4C06-4491-BAAA-E16295990F75}">
      <dgm:prSet/>
      <dgm:spPr/>
      <dgm:t>
        <a:bodyPr/>
        <a:lstStyle/>
        <a:p>
          <a:endParaRPr lang="en-US"/>
        </a:p>
      </dgm:t>
    </dgm:pt>
    <dgm:pt modelId="{2E5E270A-666B-4807-BC3E-7C404B41F5C4}">
      <dgm:prSet phldrT="[Text]"/>
      <dgm:spPr/>
      <dgm:t>
        <a:bodyPr/>
        <a:lstStyle/>
        <a:p>
          <a:pPr>
            <a:buFont typeface="Wingdings"/>
            <a:buChar char=""/>
          </a:pPr>
          <a:r>
            <a:rPr lang="en-US" dirty="0">
              <a:latin typeface="Trebuchet MS" panose="020B0603020202020204" pitchFamily="34" charset="0"/>
              <a:cs typeface="Times New Roman"/>
            </a:rPr>
            <a:t>User</a:t>
          </a:r>
          <a:r>
            <a:rPr lang="en-US" spc="-55" dirty="0">
              <a:latin typeface="Trebuchet MS" panose="020B0603020202020204" pitchFamily="34" charset="0"/>
              <a:cs typeface="Times New Roman"/>
            </a:rPr>
            <a:t> Interface</a:t>
          </a:r>
          <a:endParaRPr lang="en-US" dirty="0">
            <a:latin typeface="Trebuchet MS" panose="020B0603020202020204" pitchFamily="34" charset="0"/>
            <a:cs typeface="Times New Roman"/>
          </a:endParaRPr>
        </a:p>
      </dgm:t>
    </dgm:pt>
    <dgm:pt modelId="{66B3CF7E-9738-4EE6-84B1-87891C14461D}" type="parTrans" cxnId="{C95B70FF-6F09-46BD-8911-C62FDBE40E53}">
      <dgm:prSet/>
      <dgm:spPr/>
      <dgm:t>
        <a:bodyPr/>
        <a:lstStyle/>
        <a:p>
          <a:endParaRPr lang="en-US"/>
        </a:p>
      </dgm:t>
    </dgm:pt>
    <dgm:pt modelId="{93543C0C-AE16-45C2-B21D-DCDA0F7F9A92}" type="sibTrans" cxnId="{C95B70FF-6F09-46BD-8911-C62FDBE40E53}">
      <dgm:prSet/>
      <dgm:spPr/>
      <dgm:t>
        <a:bodyPr/>
        <a:lstStyle/>
        <a:p>
          <a:endParaRPr lang="en-US"/>
        </a:p>
      </dgm:t>
    </dgm:pt>
    <dgm:pt modelId="{355E21D7-F650-4476-B197-74FC34226B49}" type="pres">
      <dgm:prSet presAssocID="{A9D23E88-2650-4224-88EE-0F2124844BE0}" presName="Name0" presStyleCnt="0">
        <dgm:presLayoutVars>
          <dgm:chMax val="7"/>
          <dgm:chPref val="7"/>
          <dgm:dir/>
        </dgm:presLayoutVars>
      </dgm:prSet>
      <dgm:spPr/>
    </dgm:pt>
    <dgm:pt modelId="{CC0C7DE0-0B3C-45F0-9817-0928BBD76CDF}" type="pres">
      <dgm:prSet presAssocID="{A9D23E88-2650-4224-88EE-0F2124844BE0}" presName="Name1" presStyleCnt="0"/>
      <dgm:spPr/>
    </dgm:pt>
    <dgm:pt modelId="{E3CE81B4-24B5-48D2-AD13-09653E9D2F08}" type="pres">
      <dgm:prSet presAssocID="{A9D23E88-2650-4224-88EE-0F2124844BE0}" presName="cycle" presStyleCnt="0"/>
      <dgm:spPr/>
    </dgm:pt>
    <dgm:pt modelId="{4D5608BA-EB5D-4734-A0F9-94E80F50A0D1}" type="pres">
      <dgm:prSet presAssocID="{A9D23E88-2650-4224-88EE-0F2124844BE0}" presName="srcNode" presStyleLbl="node1" presStyleIdx="0" presStyleCnt="3"/>
      <dgm:spPr/>
    </dgm:pt>
    <dgm:pt modelId="{55D10642-D6DD-4BAC-9834-18AE8ACAAF0A}" type="pres">
      <dgm:prSet presAssocID="{A9D23E88-2650-4224-88EE-0F2124844BE0}" presName="conn" presStyleLbl="parChTrans1D2" presStyleIdx="0" presStyleCnt="1"/>
      <dgm:spPr/>
    </dgm:pt>
    <dgm:pt modelId="{58AC3232-7A6F-4746-B8BB-CD80D6ED02FE}" type="pres">
      <dgm:prSet presAssocID="{A9D23E88-2650-4224-88EE-0F2124844BE0}" presName="extraNode" presStyleLbl="node1" presStyleIdx="0" presStyleCnt="3"/>
      <dgm:spPr/>
    </dgm:pt>
    <dgm:pt modelId="{DCF3F550-EE16-40A6-84C1-51A385B799FE}" type="pres">
      <dgm:prSet presAssocID="{A9D23E88-2650-4224-88EE-0F2124844BE0}" presName="dstNode" presStyleLbl="node1" presStyleIdx="0" presStyleCnt="3"/>
      <dgm:spPr/>
    </dgm:pt>
    <dgm:pt modelId="{95F3A3EC-04E2-4923-A4F2-13B769CB9773}" type="pres">
      <dgm:prSet presAssocID="{FED6815D-F6AB-45EB-853D-CD32472C0D4A}" presName="text_1" presStyleLbl="node1" presStyleIdx="0" presStyleCnt="3">
        <dgm:presLayoutVars>
          <dgm:bulletEnabled val="1"/>
        </dgm:presLayoutVars>
      </dgm:prSet>
      <dgm:spPr/>
    </dgm:pt>
    <dgm:pt modelId="{AD3EE207-B63C-4595-9818-CCFF2AFE8517}" type="pres">
      <dgm:prSet presAssocID="{FED6815D-F6AB-45EB-853D-CD32472C0D4A}" presName="accent_1" presStyleCnt="0"/>
      <dgm:spPr/>
    </dgm:pt>
    <dgm:pt modelId="{5545DD20-8BCA-4A8B-AEAC-DB9A839019F5}" type="pres">
      <dgm:prSet presAssocID="{FED6815D-F6AB-45EB-853D-CD32472C0D4A}" presName="accentRepeatNode" presStyleLbl="solidFgAcc1" presStyleIdx="0" presStyleCnt="3"/>
      <dgm:spPr/>
    </dgm:pt>
    <dgm:pt modelId="{260BD770-0DF8-4F8A-97B1-30A1CF46B133}" type="pres">
      <dgm:prSet presAssocID="{A3BD4671-3806-412D-A48D-C9340F2C3B54}" presName="text_2" presStyleLbl="node1" presStyleIdx="1" presStyleCnt="3">
        <dgm:presLayoutVars>
          <dgm:bulletEnabled val="1"/>
        </dgm:presLayoutVars>
      </dgm:prSet>
      <dgm:spPr/>
    </dgm:pt>
    <dgm:pt modelId="{134EE447-B688-445F-8F11-29FF477D8793}" type="pres">
      <dgm:prSet presAssocID="{A3BD4671-3806-412D-A48D-C9340F2C3B54}" presName="accent_2" presStyleCnt="0"/>
      <dgm:spPr/>
    </dgm:pt>
    <dgm:pt modelId="{4F250ECB-32C0-49F3-A632-2701D6B3ACA2}" type="pres">
      <dgm:prSet presAssocID="{A3BD4671-3806-412D-A48D-C9340F2C3B54}" presName="accentRepeatNode" presStyleLbl="solidFgAcc1" presStyleIdx="1" presStyleCnt="3"/>
      <dgm:spPr/>
    </dgm:pt>
    <dgm:pt modelId="{E3B3F0C1-F7E1-46BA-8AE1-98348A626757}" type="pres">
      <dgm:prSet presAssocID="{2E5E270A-666B-4807-BC3E-7C404B41F5C4}" presName="text_3" presStyleLbl="node1" presStyleIdx="2" presStyleCnt="3">
        <dgm:presLayoutVars>
          <dgm:bulletEnabled val="1"/>
        </dgm:presLayoutVars>
      </dgm:prSet>
      <dgm:spPr/>
    </dgm:pt>
    <dgm:pt modelId="{D105C05F-9EA7-4C5F-9008-EEEA4F6F0CE3}" type="pres">
      <dgm:prSet presAssocID="{2E5E270A-666B-4807-BC3E-7C404B41F5C4}" presName="accent_3" presStyleCnt="0"/>
      <dgm:spPr/>
    </dgm:pt>
    <dgm:pt modelId="{2F164F57-B25B-4E2C-B690-86B86BCE8C07}" type="pres">
      <dgm:prSet presAssocID="{2E5E270A-666B-4807-BC3E-7C404B41F5C4}" presName="accentRepeatNode" presStyleLbl="solidFgAcc1" presStyleIdx="2" presStyleCnt="3"/>
      <dgm:spPr/>
    </dgm:pt>
  </dgm:ptLst>
  <dgm:cxnLst>
    <dgm:cxn modelId="{F1010D19-3D46-4F34-A04A-B0C1878EEB1F}" srcId="{A9D23E88-2650-4224-88EE-0F2124844BE0}" destId="{FED6815D-F6AB-45EB-853D-CD32472C0D4A}" srcOrd="0" destOrd="0" parTransId="{628CFADA-65F3-48EF-B8D7-0F4AD64A707B}" sibTransId="{2F0D8BD9-6C5D-4CF0-8776-B8366B2FB1AE}"/>
    <dgm:cxn modelId="{3025713C-8D1A-4D0C-8A08-91CC83541FC5}" type="presOf" srcId="{2E5E270A-666B-4807-BC3E-7C404B41F5C4}" destId="{E3B3F0C1-F7E1-46BA-8AE1-98348A626757}" srcOrd="0" destOrd="0" presId="urn:microsoft.com/office/officeart/2008/layout/VerticalCurvedList"/>
    <dgm:cxn modelId="{69D96988-8E36-40B0-BEEB-3AD2ACCD536A}" type="presOf" srcId="{2F0D8BD9-6C5D-4CF0-8776-B8366B2FB1AE}" destId="{55D10642-D6DD-4BAC-9834-18AE8ACAAF0A}" srcOrd="0" destOrd="0" presId="urn:microsoft.com/office/officeart/2008/layout/VerticalCurvedList"/>
    <dgm:cxn modelId="{CD5B368A-4C06-4491-BAAA-E16295990F75}" srcId="{A9D23E88-2650-4224-88EE-0F2124844BE0}" destId="{A3BD4671-3806-412D-A48D-C9340F2C3B54}" srcOrd="1" destOrd="0" parTransId="{8E7CCD57-F0EE-4CF8-812A-B61F3A596F6E}" sibTransId="{7824D377-C31F-4823-9224-9E19D6EF9DCB}"/>
    <dgm:cxn modelId="{37A44A8F-3982-4FBB-BE2E-C9733F996CA6}" type="presOf" srcId="{FED6815D-F6AB-45EB-853D-CD32472C0D4A}" destId="{95F3A3EC-04E2-4923-A4F2-13B769CB9773}" srcOrd="0" destOrd="0" presId="urn:microsoft.com/office/officeart/2008/layout/VerticalCurvedList"/>
    <dgm:cxn modelId="{6E3985C1-6623-49D5-B599-44F8A897DD74}" type="presOf" srcId="{A9D23E88-2650-4224-88EE-0F2124844BE0}" destId="{355E21D7-F650-4476-B197-74FC34226B49}" srcOrd="0" destOrd="0" presId="urn:microsoft.com/office/officeart/2008/layout/VerticalCurvedList"/>
    <dgm:cxn modelId="{705F10D4-3DBE-44DC-AAA4-0F8605D81D5B}" type="presOf" srcId="{A3BD4671-3806-412D-A48D-C9340F2C3B54}" destId="{260BD770-0DF8-4F8A-97B1-30A1CF46B133}" srcOrd="0" destOrd="0" presId="urn:microsoft.com/office/officeart/2008/layout/VerticalCurvedList"/>
    <dgm:cxn modelId="{C95B70FF-6F09-46BD-8911-C62FDBE40E53}" srcId="{A9D23E88-2650-4224-88EE-0F2124844BE0}" destId="{2E5E270A-666B-4807-BC3E-7C404B41F5C4}" srcOrd="2" destOrd="0" parTransId="{66B3CF7E-9738-4EE6-84B1-87891C14461D}" sibTransId="{93543C0C-AE16-45C2-B21D-DCDA0F7F9A92}"/>
    <dgm:cxn modelId="{5A1AC287-76C8-497A-83DE-EE0C5CEFBFCA}" type="presParOf" srcId="{355E21D7-F650-4476-B197-74FC34226B49}" destId="{CC0C7DE0-0B3C-45F0-9817-0928BBD76CDF}" srcOrd="0" destOrd="0" presId="urn:microsoft.com/office/officeart/2008/layout/VerticalCurvedList"/>
    <dgm:cxn modelId="{F888C844-D70C-49FB-9842-9677DACC6AB4}" type="presParOf" srcId="{CC0C7DE0-0B3C-45F0-9817-0928BBD76CDF}" destId="{E3CE81B4-24B5-48D2-AD13-09653E9D2F08}" srcOrd="0" destOrd="0" presId="urn:microsoft.com/office/officeart/2008/layout/VerticalCurvedList"/>
    <dgm:cxn modelId="{AC5039D5-6E22-4690-85F5-1703806293C5}" type="presParOf" srcId="{E3CE81B4-24B5-48D2-AD13-09653E9D2F08}" destId="{4D5608BA-EB5D-4734-A0F9-94E80F50A0D1}" srcOrd="0" destOrd="0" presId="urn:microsoft.com/office/officeart/2008/layout/VerticalCurvedList"/>
    <dgm:cxn modelId="{B789F288-6FB8-41C6-97CE-8113CDAE4C48}" type="presParOf" srcId="{E3CE81B4-24B5-48D2-AD13-09653E9D2F08}" destId="{55D10642-D6DD-4BAC-9834-18AE8ACAAF0A}" srcOrd="1" destOrd="0" presId="urn:microsoft.com/office/officeart/2008/layout/VerticalCurvedList"/>
    <dgm:cxn modelId="{D0D38EB4-6B9E-4696-AD27-AE34BC7F7760}" type="presParOf" srcId="{E3CE81B4-24B5-48D2-AD13-09653E9D2F08}" destId="{58AC3232-7A6F-4746-B8BB-CD80D6ED02FE}" srcOrd="2" destOrd="0" presId="urn:microsoft.com/office/officeart/2008/layout/VerticalCurvedList"/>
    <dgm:cxn modelId="{D0F49D32-6D7F-49FA-87E0-35DD60D30A47}" type="presParOf" srcId="{E3CE81B4-24B5-48D2-AD13-09653E9D2F08}" destId="{DCF3F550-EE16-40A6-84C1-51A385B799FE}" srcOrd="3" destOrd="0" presId="urn:microsoft.com/office/officeart/2008/layout/VerticalCurvedList"/>
    <dgm:cxn modelId="{F7CD10DB-13B7-435F-BB84-DA46BA9026AB}" type="presParOf" srcId="{CC0C7DE0-0B3C-45F0-9817-0928BBD76CDF}" destId="{95F3A3EC-04E2-4923-A4F2-13B769CB9773}" srcOrd="1" destOrd="0" presId="urn:microsoft.com/office/officeart/2008/layout/VerticalCurvedList"/>
    <dgm:cxn modelId="{95BF916E-EC5A-41F6-A8FB-24BBBB42DC19}" type="presParOf" srcId="{CC0C7DE0-0B3C-45F0-9817-0928BBD76CDF}" destId="{AD3EE207-B63C-4595-9818-CCFF2AFE8517}" srcOrd="2" destOrd="0" presId="urn:microsoft.com/office/officeart/2008/layout/VerticalCurvedList"/>
    <dgm:cxn modelId="{435B833A-E766-4B26-B494-7636C273329B}" type="presParOf" srcId="{AD3EE207-B63C-4595-9818-CCFF2AFE8517}" destId="{5545DD20-8BCA-4A8B-AEAC-DB9A839019F5}" srcOrd="0" destOrd="0" presId="urn:microsoft.com/office/officeart/2008/layout/VerticalCurvedList"/>
    <dgm:cxn modelId="{EFA68129-C95E-4567-9CB7-0F0ACC897231}" type="presParOf" srcId="{CC0C7DE0-0B3C-45F0-9817-0928BBD76CDF}" destId="{260BD770-0DF8-4F8A-97B1-30A1CF46B133}" srcOrd="3" destOrd="0" presId="urn:microsoft.com/office/officeart/2008/layout/VerticalCurvedList"/>
    <dgm:cxn modelId="{284ACCB4-94D3-4925-A164-73FE80042962}" type="presParOf" srcId="{CC0C7DE0-0B3C-45F0-9817-0928BBD76CDF}" destId="{134EE447-B688-445F-8F11-29FF477D8793}" srcOrd="4" destOrd="0" presId="urn:microsoft.com/office/officeart/2008/layout/VerticalCurvedList"/>
    <dgm:cxn modelId="{5040060B-6DEA-4CD8-B059-FFA9F8C72769}" type="presParOf" srcId="{134EE447-B688-445F-8F11-29FF477D8793}" destId="{4F250ECB-32C0-49F3-A632-2701D6B3ACA2}" srcOrd="0" destOrd="0" presId="urn:microsoft.com/office/officeart/2008/layout/VerticalCurvedList"/>
    <dgm:cxn modelId="{142A7EE8-8BC4-42C3-AAD6-707C05E35BC1}" type="presParOf" srcId="{CC0C7DE0-0B3C-45F0-9817-0928BBD76CDF}" destId="{E3B3F0C1-F7E1-46BA-8AE1-98348A626757}" srcOrd="5" destOrd="0" presId="urn:microsoft.com/office/officeart/2008/layout/VerticalCurvedList"/>
    <dgm:cxn modelId="{CE458DE6-9C86-4303-A484-D9D893D7C69B}" type="presParOf" srcId="{CC0C7DE0-0B3C-45F0-9817-0928BBD76CDF}" destId="{D105C05F-9EA7-4C5F-9008-EEEA4F6F0CE3}" srcOrd="6" destOrd="0" presId="urn:microsoft.com/office/officeart/2008/layout/VerticalCurvedList"/>
    <dgm:cxn modelId="{2BF4E70E-01A5-409B-A549-4931E1E42816}" type="presParOf" srcId="{D105C05F-9EA7-4C5F-9008-EEEA4F6F0CE3}" destId="{2F164F57-B25B-4E2C-B690-86B86BCE8C0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3F3B7-8A8E-433E-A084-360E2F907301}" type="doc">
      <dgm:prSet loTypeId="urn:microsoft.com/office/officeart/2005/8/layout/rings+Icon" loCatId="relationship" qsTypeId="urn:microsoft.com/office/officeart/2005/8/quickstyle/3d2" qsCatId="3D" csTypeId="urn:microsoft.com/office/officeart/2005/8/colors/colorful4" csCatId="colorful" phldr="1"/>
      <dgm:spPr/>
      <dgm:t>
        <a:bodyPr/>
        <a:lstStyle/>
        <a:p>
          <a:endParaRPr lang="en-US"/>
        </a:p>
      </dgm:t>
    </dgm:pt>
    <dgm:pt modelId="{4767DD3B-4FE2-44F6-886A-63B101801303}">
      <dgm:prSet phldrT="[Text]"/>
      <dgm:spPr/>
      <dgm:t>
        <a:bodyPr/>
        <a:lstStyle/>
        <a:p>
          <a:pPr>
            <a:buFont typeface="Wingdings"/>
            <a:buChar char=""/>
          </a:pPr>
          <a:r>
            <a:rPr lang="en-US" b="1" spc="-5" dirty="0">
              <a:latin typeface="Times New Roman"/>
              <a:cs typeface="Times New Roman"/>
            </a:rPr>
            <a:t>Batch </a:t>
          </a:r>
          <a:r>
            <a:rPr lang="en-US" b="1" dirty="0">
              <a:latin typeface="Times New Roman"/>
              <a:cs typeface="Times New Roman"/>
            </a:rPr>
            <a:t>Operating</a:t>
          </a:r>
          <a:r>
            <a:rPr lang="en-US" b="1" spc="-90" dirty="0">
              <a:latin typeface="Times New Roman"/>
              <a:cs typeface="Times New Roman"/>
            </a:rPr>
            <a:t> </a:t>
          </a:r>
          <a:r>
            <a:rPr lang="en-US" b="1" dirty="0">
              <a:latin typeface="Times New Roman"/>
              <a:cs typeface="Times New Roman"/>
            </a:rPr>
            <a:t>System</a:t>
          </a:r>
          <a:endParaRPr lang="en-US" b="1" dirty="0"/>
        </a:p>
      </dgm:t>
    </dgm:pt>
    <dgm:pt modelId="{3BCD6A76-BD26-4B07-8BCF-5772843DC744}" type="parTrans" cxnId="{9A046657-E3A3-433D-8B8F-05A16ACFD616}">
      <dgm:prSet/>
      <dgm:spPr/>
      <dgm:t>
        <a:bodyPr/>
        <a:lstStyle/>
        <a:p>
          <a:endParaRPr lang="en-US"/>
        </a:p>
      </dgm:t>
    </dgm:pt>
    <dgm:pt modelId="{93D456D3-E896-4AC8-AC33-8081B8798BF1}" type="sibTrans" cxnId="{9A046657-E3A3-433D-8B8F-05A16ACFD616}">
      <dgm:prSet/>
      <dgm:spPr/>
      <dgm:t>
        <a:bodyPr/>
        <a:lstStyle/>
        <a:p>
          <a:endParaRPr lang="en-US"/>
        </a:p>
      </dgm:t>
    </dgm:pt>
    <dgm:pt modelId="{52E97DEE-AEB0-4F96-83B4-6DF24B75B83C}">
      <dgm:prSet phldrT="[Text]"/>
      <dgm:spPr/>
      <dgm:t>
        <a:bodyPr/>
        <a:lstStyle/>
        <a:p>
          <a:pPr>
            <a:buFont typeface="Wingdings"/>
            <a:buChar char=""/>
          </a:pPr>
          <a:r>
            <a:rPr lang="en-US" b="1" spc="-5" dirty="0">
              <a:latin typeface="Times New Roman"/>
              <a:cs typeface="Times New Roman"/>
            </a:rPr>
            <a:t>Multitasking</a:t>
          </a:r>
          <a:r>
            <a:rPr lang="en-US" b="1" spc="-45" dirty="0">
              <a:latin typeface="Times New Roman"/>
              <a:cs typeface="Times New Roman"/>
            </a:rPr>
            <a:t> </a:t>
          </a:r>
          <a:r>
            <a:rPr lang="en-US" b="1" dirty="0">
              <a:latin typeface="Times New Roman"/>
              <a:cs typeface="Times New Roman"/>
            </a:rPr>
            <a:t>OS</a:t>
          </a:r>
          <a:endParaRPr lang="en-US" b="1" dirty="0"/>
        </a:p>
      </dgm:t>
    </dgm:pt>
    <dgm:pt modelId="{E71B81F3-B1E8-43E2-813B-8FDEAE5076FE}" type="parTrans" cxnId="{B79259E6-A7AF-4B49-B4A6-4941E6AF8E32}">
      <dgm:prSet/>
      <dgm:spPr/>
      <dgm:t>
        <a:bodyPr/>
        <a:lstStyle/>
        <a:p>
          <a:endParaRPr lang="en-US"/>
        </a:p>
      </dgm:t>
    </dgm:pt>
    <dgm:pt modelId="{CCCE1D54-24B1-4159-BD57-8329F9FCD10A}" type="sibTrans" cxnId="{B79259E6-A7AF-4B49-B4A6-4941E6AF8E32}">
      <dgm:prSet/>
      <dgm:spPr/>
      <dgm:t>
        <a:bodyPr/>
        <a:lstStyle/>
        <a:p>
          <a:endParaRPr lang="en-US"/>
        </a:p>
      </dgm:t>
    </dgm:pt>
    <dgm:pt modelId="{B4211511-6F4F-4667-9488-C22AB7371524}">
      <dgm:prSet phldrT="[Text]"/>
      <dgm:spPr/>
      <dgm:t>
        <a:bodyPr/>
        <a:lstStyle/>
        <a:p>
          <a:pPr>
            <a:buFont typeface="Wingdings"/>
            <a:buChar char=""/>
          </a:pPr>
          <a:r>
            <a:rPr lang="en-US" b="1" spc="-5" dirty="0">
              <a:latin typeface="Times New Roman"/>
              <a:cs typeface="Times New Roman"/>
            </a:rPr>
            <a:t>Multiprogramming</a:t>
          </a:r>
          <a:r>
            <a:rPr lang="en-US" b="1" spc="-30" dirty="0">
              <a:latin typeface="Times New Roman"/>
              <a:cs typeface="Times New Roman"/>
            </a:rPr>
            <a:t> </a:t>
          </a:r>
          <a:r>
            <a:rPr lang="en-US" b="1" dirty="0">
              <a:latin typeface="Times New Roman"/>
              <a:cs typeface="Times New Roman"/>
            </a:rPr>
            <a:t>OS</a:t>
          </a:r>
          <a:endParaRPr lang="en-US" b="1" dirty="0"/>
        </a:p>
      </dgm:t>
    </dgm:pt>
    <dgm:pt modelId="{AE510C91-918E-4552-8C80-166B80C78ED4}" type="parTrans" cxnId="{FFDDB7A9-D8D3-4AFA-BF7A-6C04F6C797D2}">
      <dgm:prSet/>
      <dgm:spPr/>
      <dgm:t>
        <a:bodyPr/>
        <a:lstStyle/>
        <a:p>
          <a:endParaRPr lang="en-US"/>
        </a:p>
      </dgm:t>
    </dgm:pt>
    <dgm:pt modelId="{628024E8-1B17-4E8B-A0B7-0DCDAAB0636F}" type="sibTrans" cxnId="{FFDDB7A9-D8D3-4AFA-BF7A-6C04F6C797D2}">
      <dgm:prSet/>
      <dgm:spPr/>
      <dgm:t>
        <a:bodyPr/>
        <a:lstStyle/>
        <a:p>
          <a:endParaRPr lang="en-US"/>
        </a:p>
      </dgm:t>
    </dgm:pt>
    <dgm:pt modelId="{1FE47070-67F0-447F-BC82-9E69901ED8B2}">
      <dgm:prSet phldrT="[Text]"/>
      <dgm:spPr/>
      <dgm:t>
        <a:bodyPr/>
        <a:lstStyle/>
        <a:p>
          <a:pPr>
            <a:buFont typeface="Wingdings"/>
            <a:buChar char=""/>
          </a:pPr>
          <a:r>
            <a:rPr lang="en-US" b="1" spc="-5" dirty="0">
              <a:latin typeface="Times New Roman"/>
              <a:cs typeface="Times New Roman"/>
            </a:rPr>
            <a:t>Multiprocessing</a:t>
          </a:r>
          <a:r>
            <a:rPr lang="en-US" b="1" spc="-45" dirty="0">
              <a:latin typeface="Times New Roman"/>
              <a:cs typeface="Times New Roman"/>
            </a:rPr>
            <a:t> </a:t>
          </a:r>
          <a:r>
            <a:rPr lang="en-US" b="1" dirty="0">
              <a:latin typeface="Times New Roman"/>
              <a:cs typeface="Times New Roman"/>
            </a:rPr>
            <a:t>OS</a:t>
          </a:r>
          <a:endParaRPr lang="en-US" b="1" dirty="0"/>
        </a:p>
      </dgm:t>
    </dgm:pt>
    <dgm:pt modelId="{B6399F05-BAE7-4CB6-96A8-4D5A0E91663B}" type="parTrans" cxnId="{C4259076-E15E-4D3D-8BE6-61A66361A4F0}">
      <dgm:prSet/>
      <dgm:spPr/>
      <dgm:t>
        <a:bodyPr/>
        <a:lstStyle/>
        <a:p>
          <a:endParaRPr lang="en-US"/>
        </a:p>
      </dgm:t>
    </dgm:pt>
    <dgm:pt modelId="{6ECCA3CC-6892-4FCE-8AB7-469959485B4A}" type="sibTrans" cxnId="{C4259076-E15E-4D3D-8BE6-61A66361A4F0}">
      <dgm:prSet/>
      <dgm:spPr/>
      <dgm:t>
        <a:bodyPr/>
        <a:lstStyle/>
        <a:p>
          <a:endParaRPr lang="en-US"/>
        </a:p>
      </dgm:t>
    </dgm:pt>
    <dgm:pt modelId="{47FA7625-1F74-4243-8E9E-5686C4E46B7E}">
      <dgm:prSet phldrT="[Text]"/>
      <dgm:spPr/>
      <dgm:t>
        <a:bodyPr/>
        <a:lstStyle/>
        <a:p>
          <a:pPr>
            <a:buFont typeface="Wingdings"/>
            <a:buChar char=""/>
          </a:pPr>
          <a:r>
            <a:rPr lang="en-US" b="1" dirty="0">
              <a:latin typeface="Times New Roman"/>
              <a:cs typeface="Times New Roman"/>
            </a:rPr>
            <a:t>Distributed</a:t>
          </a:r>
          <a:r>
            <a:rPr lang="en-US" b="1" spc="-50" dirty="0">
              <a:latin typeface="Times New Roman"/>
              <a:cs typeface="Times New Roman"/>
            </a:rPr>
            <a:t> </a:t>
          </a:r>
          <a:r>
            <a:rPr lang="en-US" b="1" dirty="0">
              <a:latin typeface="Times New Roman"/>
              <a:cs typeface="Times New Roman"/>
            </a:rPr>
            <a:t>OS</a:t>
          </a:r>
          <a:endParaRPr lang="en-US" b="1" dirty="0"/>
        </a:p>
      </dgm:t>
    </dgm:pt>
    <dgm:pt modelId="{0955E8CF-761B-47C1-B725-E978B0124466}" type="parTrans" cxnId="{9DBDC74B-7D26-466A-9324-1F1F5631C14D}">
      <dgm:prSet/>
      <dgm:spPr/>
      <dgm:t>
        <a:bodyPr/>
        <a:lstStyle/>
        <a:p>
          <a:endParaRPr lang="en-US"/>
        </a:p>
      </dgm:t>
    </dgm:pt>
    <dgm:pt modelId="{0E7275C8-40E4-4643-8796-40987F22B600}" type="sibTrans" cxnId="{9DBDC74B-7D26-466A-9324-1F1F5631C14D}">
      <dgm:prSet/>
      <dgm:spPr/>
      <dgm:t>
        <a:bodyPr/>
        <a:lstStyle/>
        <a:p>
          <a:endParaRPr lang="en-US"/>
        </a:p>
      </dgm:t>
    </dgm:pt>
    <dgm:pt modelId="{B7E0BD88-75FF-457C-AD0D-AEA2BC00D4D4}" type="pres">
      <dgm:prSet presAssocID="{9DF3F3B7-8A8E-433E-A084-360E2F907301}" presName="Name0" presStyleCnt="0">
        <dgm:presLayoutVars>
          <dgm:chMax val="7"/>
          <dgm:dir/>
          <dgm:resizeHandles val="exact"/>
        </dgm:presLayoutVars>
      </dgm:prSet>
      <dgm:spPr/>
    </dgm:pt>
    <dgm:pt modelId="{1FD8806B-23D6-410D-92BD-9707287756F5}" type="pres">
      <dgm:prSet presAssocID="{9DF3F3B7-8A8E-433E-A084-360E2F907301}" presName="ellipse1" presStyleLbl="vennNode1" presStyleIdx="0" presStyleCnt="5">
        <dgm:presLayoutVars>
          <dgm:bulletEnabled val="1"/>
        </dgm:presLayoutVars>
      </dgm:prSet>
      <dgm:spPr/>
    </dgm:pt>
    <dgm:pt modelId="{873EE6F1-BE2E-49BA-BA6D-E767EB6C1EBA}" type="pres">
      <dgm:prSet presAssocID="{9DF3F3B7-8A8E-433E-A084-360E2F907301}" presName="ellipse2" presStyleLbl="vennNode1" presStyleIdx="1" presStyleCnt="5">
        <dgm:presLayoutVars>
          <dgm:bulletEnabled val="1"/>
        </dgm:presLayoutVars>
      </dgm:prSet>
      <dgm:spPr/>
    </dgm:pt>
    <dgm:pt modelId="{D98FBE39-D2EE-43E8-A943-97F262AC899F}" type="pres">
      <dgm:prSet presAssocID="{9DF3F3B7-8A8E-433E-A084-360E2F907301}" presName="ellipse3" presStyleLbl="vennNode1" presStyleIdx="2" presStyleCnt="5">
        <dgm:presLayoutVars>
          <dgm:bulletEnabled val="1"/>
        </dgm:presLayoutVars>
      </dgm:prSet>
      <dgm:spPr/>
    </dgm:pt>
    <dgm:pt modelId="{AB61A696-AC55-4F34-8FC3-9432E9305C24}" type="pres">
      <dgm:prSet presAssocID="{9DF3F3B7-8A8E-433E-A084-360E2F907301}" presName="ellipse4" presStyleLbl="vennNode1" presStyleIdx="3" presStyleCnt="5">
        <dgm:presLayoutVars>
          <dgm:bulletEnabled val="1"/>
        </dgm:presLayoutVars>
      </dgm:prSet>
      <dgm:spPr/>
    </dgm:pt>
    <dgm:pt modelId="{1BE2B9CC-29F3-428E-BAA9-C5684F04CB0C}" type="pres">
      <dgm:prSet presAssocID="{9DF3F3B7-8A8E-433E-A084-360E2F907301}" presName="ellipse5" presStyleLbl="vennNode1" presStyleIdx="4" presStyleCnt="5">
        <dgm:presLayoutVars>
          <dgm:bulletEnabled val="1"/>
        </dgm:presLayoutVars>
      </dgm:prSet>
      <dgm:spPr/>
    </dgm:pt>
  </dgm:ptLst>
  <dgm:cxnLst>
    <dgm:cxn modelId="{1C654D08-DE44-4173-8009-DBDDD9087A06}" type="presOf" srcId="{4767DD3B-4FE2-44F6-886A-63B101801303}" destId="{1FD8806B-23D6-410D-92BD-9707287756F5}" srcOrd="0" destOrd="0" presId="urn:microsoft.com/office/officeart/2005/8/layout/rings+Icon"/>
    <dgm:cxn modelId="{3AA4FC3D-6A2A-4D55-9713-3688510AFAEC}" type="presOf" srcId="{B4211511-6F4F-4667-9488-C22AB7371524}" destId="{D98FBE39-D2EE-43E8-A943-97F262AC899F}" srcOrd="0" destOrd="0" presId="urn:microsoft.com/office/officeart/2005/8/layout/rings+Icon"/>
    <dgm:cxn modelId="{8C14D843-8532-4469-A392-020F6F83A580}" type="presOf" srcId="{1FE47070-67F0-447F-BC82-9E69901ED8B2}" destId="{AB61A696-AC55-4F34-8FC3-9432E9305C24}" srcOrd="0" destOrd="0" presId="urn:microsoft.com/office/officeart/2005/8/layout/rings+Icon"/>
    <dgm:cxn modelId="{9DBDC74B-7D26-466A-9324-1F1F5631C14D}" srcId="{9DF3F3B7-8A8E-433E-A084-360E2F907301}" destId="{47FA7625-1F74-4243-8E9E-5686C4E46B7E}" srcOrd="4" destOrd="0" parTransId="{0955E8CF-761B-47C1-B725-E978B0124466}" sibTransId="{0E7275C8-40E4-4643-8796-40987F22B600}"/>
    <dgm:cxn modelId="{C4259076-E15E-4D3D-8BE6-61A66361A4F0}" srcId="{9DF3F3B7-8A8E-433E-A084-360E2F907301}" destId="{1FE47070-67F0-447F-BC82-9E69901ED8B2}" srcOrd="3" destOrd="0" parTransId="{B6399F05-BAE7-4CB6-96A8-4D5A0E91663B}" sibTransId="{6ECCA3CC-6892-4FCE-8AB7-469959485B4A}"/>
    <dgm:cxn modelId="{9A046657-E3A3-433D-8B8F-05A16ACFD616}" srcId="{9DF3F3B7-8A8E-433E-A084-360E2F907301}" destId="{4767DD3B-4FE2-44F6-886A-63B101801303}" srcOrd="0" destOrd="0" parTransId="{3BCD6A76-BD26-4B07-8BCF-5772843DC744}" sibTransId="{93D456D3-E896-4AC8-AC33-8081B8798BF1}"/>
    <dgm:cxn modelId="{459B9E8A-07FA-4C52-B738-E56F2AF499F6}" type="presOf" srcId="{9DF3F3B7-8A8E-433E-A084-360E2F907301}" destId="{B7E0BD88-75FF-457C-AD0D-AEA2BC00D4D4}" srcOrd="0" destOrd="0" presId="urn:microsoft.com/office/officeart/2005/8/layout/rings+Icon"/>
    <dgm:cxn modelId="{3FEF0296-7B88-4CCB-8F27-706060CF86F8}" type="presOf" srcId="{47FA7625-1F74-4243-8E9E-5686C4E46B7E}" destId="{1BE2B9CC-29F3-428E-BAA9-C5684F04CB0C}" srcOrd="0" destOrd="0" presId="urn:microsoft.com/office/officeart/2005/8/layout/rings+Icon"/>
    <dgm:cxn modelId="{FFDDB7A9-D8D3-4AFA-BF7A-6C04F6C797D2}" srcId="{9DF3F3B7-8A8E-433E-A084-360E2F907301}" destId="{B4211511-6F4F-4667-9488-C22AB7371524}" srcOrd="2" destOrd="0" parTransId="{AE510C91-918E-4552-8C80-166B80C78ED4}" sibTransId="{628024E8-1B17-4E8B-A0B7-0DCDAAB0636F}"/>
    <dgm:cxn modelId="{4F9E1CDB-0B7E-4B3C-A14D-59506CD98CAF}" type="presOf" srcId="{52E97DEE-AEB0-4F96-83B4-6DF24B75B83C}" destId="{873EE6F1-BE2E-49BA-BA6D-E767EB6C1EBA}" srcOrd="0" destOrd="0" presId="urn:microsoft.com/office/officeart/2005/8/layout/rings+Icon"/>
    <dgm:cxn modelId="{B79259E6-A7AF-4B49-B4A6-4941E6AF8E32}" srcId="{9DF3F3B7-8A8E-433E-A084-360E2F907301}" destId="{52E97DEE-AEB0-4F96-83B4-6DF24B75B83C}" srcOrd="1" destOrd="0" parTransId="{E71B81F3-B1E8-43E2-813B-8FDEAE5076FE}" sibTransId="{CCCE1D54-24B1-4159-BD57-8329F9FCD10A}"/>
    <dgm:cxn modelId="{93FE9A4A-809E-495A-B3C7-D4FE438F2870}" type="presParOf" srcId="{B7E0BD88-75FF-457C-AD0D-AEA2BC00D4D4}" destId="{1FD8806B-23D6-410D-92BD-9707287756F5}" srcOrd="0" destOrd="0" presId="urn:microsoft.com/office/officeart/2005/8/layout/rings+Icon"/>
    <dgm:cxn modelId="{F26E6F98-6A53-4637-9EAA-672B8CECFC7F}" type="presParOf" srcId="{B7E0BD88-75FF-457C-AD0D-AEA2BC00D4D4}" destId="{873EE6F1-BE2E-49BA-BA6D-E767EB6C1EBA}" srcOrd="1" destOrd="0" presId="urn:microsoft.com/office/officeart/2005/8/layout/rings+Icon"/>
    <dgm:cxn modelId="{1B88677E-C0D2-4C92-A55B-8BD9AE91C475}" type="presParOf" srcId="{B7E0BD88-75FF-457C-AD0D-AEA2BC00D4D4}" destId="{D98FBE39-D2EE-43E8-A943-97F262AC899F}" srcOrd="2" destOrd="0" presId="urn:microsoft.com/office/officeart/2005/8/layout/rings+Icon"/>
    <dgm:cxn modelId="{081FCA92-B24F-4994-89CE-BA8C7743998F}" type="presParOf" srcId="{B7E0BD88-75FF-457C-AD0D-AEA2BC00D4D4}" destId="{AB61A696-AC55-4F34-8FC3-9432E9305C24}" srcOrd="3" destOrd="0" presId="urn:microsoft.com/office/officeart/2005/8/layout/rings+Icon"/>
    <dgm:cxn modelId="{F8911056-23C1-4D88-A669-963118BFD1AB}" type="presParOf" srcId="{B7E0BD88-75FF-457C-AD0D-AEA2BC00D4D4}" destId="{1BE2B9CC-29F3-428E-BAA9-C5684F04CB0C}" srcOrd="4"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10642-D6DD-4BAC-9834-18AE8ACAAF0A}">
      <dsp:nvSpPr>
        <dsp:cNvPr id="0" name=""/>
        <dsp:cNvSpPr/>
      </dsp:nvSpPr>
      <dsp:spPr>
        <a:xfrm>
          <a:off x="-6125176" y="-937410"/>
          <a:ext cx="7293488" cy="7293488"/>
        </a:xfrm>
        <a:prstGeom prst="blockArc">
          <a:avLst>
            <a:gd name="adj1" fmla="val 18900000"/>
            <a:gd name="adj2" fmla="val 2700000"/>
            <a:gd name="adj3" fmla="val 296"/>
          </a:avLst>
        </a:pr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F3A3EC-04E2-4923-A4F2-13B769CB9773}">
      <dsp:nvSpPr>
        <dsp:cNvPr id="0" name=""/>
        <dsp:cNvSpPr/>
      </dsp:nvSpPr>
      <dsp:spPr>
        <a:xfrm>
          <a:off x="752110" y="541866"/>
          <a:ext cx="7301111" cy="108373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60213" tIns="121920" rIns="121920" bIns="121920" numCol="1" spcCol="1270" anchor="ctr" anchorCtr="0">
          <a:noAutofit/>
        </a:bodyPr>
        <a:lstStyle/>
        <a:p>
          <a:pPr marL="0" lvl="0" indent="0" algn="l" defTabSz="2133600">
            <a:lnSpc>
              <a:spcPct val="90000"/>
            </a:lnSpc>
            <a:spcBef>
              <a:spcPct val="0"/>
            </a:spcBef>
            <a:spcAft>
              <a:spcPct val="35000"/>
            </a:spcAft>
            <a:buFont typeface="Wingdings"/>
            <a:buNone/>
          </a:pPr>
          <a:r>
            <a:rPr lang="en-US" sz="4800" kern="1200" dirty="0">
              <a:latin typeface="Trebuchet MS" panose="020B0603020202020204" pitchFamily="34" charset="0"/>
              <a:cs typeface="Times New Roman"/>
            </a:rPr>
            <a:t>Allocation of</a:t>
          </a:r>
          <a:r>
            <a:rPr lang="en-US" sz="4800" kern="1200" spc="-50" dirty="0">
              <a:latin typeface="Trebuchet MS" panose="020B0603020202020204" pitchFamily="34" charset="0"/>
              <a:cs typeface="Times New Roman"/>
            </a:rPr>
            <a:t> </a:t>
          </a:r>
          <a:r>
            <a:rPr lang="en-US" sz="4800" kern="1200" dirty="0">
              <a:latin typeface="Trebuchet MS" panose="020B0603020202020204" pitchFamily="34" charset="0"/>
              <a:cs typeface="Times New Roman"/>
            </a:rPr>
            <a:t>resources</a:t>
          </a:r>
        </a:p>
      </dsp:txBody>
      <dsp:txXfrm>
        <a:off x="752110" y="541866"/>
        <a:ext cx="7301111" cy="1083733"/>
      </dsp:txXfrm>
    </dsp:sp>
    <dsp:sp modelId="{5545DD20-8BCA-4A8B-AEAC-DB9A839019F5}">
      <dsp:nvSpPr>
        <dsp:cNvPr id="0" name=""/>
        <dsp:cNvSpPr/>
      </dsp:nvSpPr>
      <dsp:spPr>
        <a:xfrm>
          <a:off x="74777" y="406400"/>
          <a:ext cx="1354666" cy="1354666"/>
        </a:xfrm>
        <a:prstGeom prst="ellipse">
          <a:avLst/>
        </a:prstGeom>
        <a:solidFill>
          <a:schemeClr val="lt1">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260BD770-0DF8-4F8A-97B1-30A1CF46B133}">
      <dsp:nvSpPr>
        <dsp:cNvPr id="0" name=""/>
        <dsp:cNvSpPr/>
      </dsp:nvSpPr>
      <dsp:spPr>
        <a:xfrm>
          <a:off x="1146048" y="2167466"/>
          <a:ext cx="6907174" cy="1083733"/>
        </a:xfrm>
        <a:prstGeom prst="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60213" tIns="121920" rIns="121920" bIns="121920" numCol="1" spcCol="1270" anchor="ctr" anchorCtr="0">
          <a:noAutofit/>
        </a:bodyPr>
        <a:lstStyle/>
        <a:p>
          <a:pPr marL="0" lvl="0" indent="0" algn="l" defTabSz="2133600">
            <a:lnSpc>
              <a:spcPct val="90000"/>
            </a:lnSpc>
            <a:spcBef>
              <a:spcPct val="0"/>
            </a:spcBef>
            <a:spcAft>
              <a:spcPct val="35000"/>
            </a:spcAft>
            <a:buFont typeface="Wingdings"/>
            <a:buNone/>
          </a:pPr>
          <a:r>
            <a:rPr lang="en-US" sz="4800" kern="1200" spc="-5" dirty="0">
              <a:latin typeface="Trebuchet MS" panose="020B0603020202020204" pitchFamily="34" charset="0"/>
              <a:cs typeface="Times New Roman"/>
            </a:rPr>
            <a:t>Memory</a:t>
          </a:r>
          <a:r>
            <a:rPr lang="en-US" sz="4800" kern="1200" spc="-15" dirty="0">
              <a:latin typeface="Trebuchet MS" panose="020B0603020202020204" pitchFamily="34" charset="0"/>
              <a:cs typeface="Times New Roman"/>
            </a:rPr>
            <a:t> </a:t>
          </a:r>
          <a:r>
            <a:rPr lang="en-US" sz="4800" kern="1200" spc="-5" dirty="0">
              <a:latin typeface="Trebuchet MS" panose="020B0603020202020204" pitchFamily="34" charset="0"/>
              <a:cs typeface="Times New Roman"/>
            </a:rPr>
            <a:t>management</a:t>
          </a:r>
          <a:endParaRPr lang="en-US" sz="4800" kern="1200" dirty="0">
            <a:latin typeface="Trebuchet MS" panose="020B0603020202020204" pitchFamily="34" charset="0"/>
            <a:cs typeface="Times New Roman"/>
          </a:endParaRPr>
        </a:p>
      </dsp:txBody>
      <dsp:txXfrm>
        <a:off x="1146048" y="2167466"/>
        <a:ext cx="6907174" cy="1083733"/>
      </dsp:txXfrm>
    </dsp:sp>
    <dsp:sp modelId="{4F250ECB-32C0-49F3-A632-2701D6B3ACA2}">
      <dsp:nvSpPr>
        <dsp:cNvPr id="0" name=""/>
        <dsp:cNvSpPr/>
      </dsp:nvSpPr>
      <dsp:spPr>
        <a:xfrm>
          <a:off x="468714" y="2032000"/>
          <a:ext cx="1354666" cy="1354666"/>
        </a:xfrm>
        <a:prstGeom prst="ellipse">
          <a:avLst/>
        </a:prstGeom>
        <a:solidFill>
          <a:schemeClr val="lt1">
            <a:hueOff val="0"/>
            <a:satOff val="0"/>
            <a:lumOff val="0"/>
            <a:alphaOff val="0"/>
          </a:schemeClr>
        </a:solidFill>
        <a:ln w="6350" cap="flat" cmpd="sng" algn="ctr">
          <a:solidFill>
            <a:schemeClr val="accent5">
              <a:hueOff val="-3379271"/>
              <a:satOff val="-8710"/>
              <a:lumOff val="-5883"/>
              <a:alphaOff val="0"/>
            </a:schemeClr>
          </a:solidFill>
          <a:prstDash val="solid"/>
          <a:miter lim="800000"/>
        </a:ln>
        <a:effectLst/>
      </dsp:spPr>
      <dsp:style>
        <a:lnRef idx="1">
          <a:scrgbClr r="0" g="0" b="0"/>
        </a:lnRef>
        <a:fillRef idx="1">
          <a:scrgbClr r="0" g="0" b="0"/>
        </a:fillRef>
        <a:effectRef idx="2">
          <a:scrgbClr r="0" g="0" b="0"/>
        </a:effectRef>
        <a:fontRef idx="minor"/>
      </dsp:style>
    </dsp:sp>
    <dsp:sp modelId="{E3B3F0C1-F7E1-46BA-8AE1-98348A626757}">
      <dsp:nvSpPr>
        <dsp:cNvPr id="0" name=""/>
        <dsp:cNvSpPr/>
      </dsp:nvSpPr>
      <dsp:spPr>
        <a:xfrm>
          <a:off x="752110" y="3793066"/>
          <a:ext cx="7301111" cy="1083733"/>
        </a:xfrm>
        <a:prstGeom prst="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60213" tIns="121920" rIns="121920" bIns="121920" numCol="1" spcCol="1270" anchor="ctr" anchorCtr="0">
          <a:noAutofit/>
        </a:bodyPr>
        <a:lstStyle/>
        <a:p>
          <a:pPr marL="0" lvl="0" indent="0" algn="l" defTabSz="2133600">
            <a:lnSpc>
              <a:spcPct val="90000"/>
            </a:lnSpc>
            <a:spcBef>
              <a:spcPct val="0"/>
            </a:spcBef>
            <a:spcAft>
              <a:spcPct val="35000"/>
            </a:spcAft>
            <a:buFont typeface="Wingdings"/>
            <a:buNone/>
          </a:pPr>
          <a:r>
            <a:rPr lang="en-US" sz="4800" kern="1200" dirty="0">
              <a:latin typeface="Trebuchet MS" panose="020B0603020202020204" pitchFamily="34" charset="0"/>
              <a:cs typeface="Times New Roman"/>
            </a:rPr>
            <a:t>User</a:t>
          </a:r>
          <a:r>
            <a:rPr lang="en-US" sz="4800" kern="1200" spc="-55" dirty="0">
              <a:latin typeface="Trebuchet MS" panose="020B0603020202020204" pitchFamily="34" charset="0"/>
              <a:cs typeface="Times New Roman"/>
            </a:rPr>
            <a:t> Interface</a:t>
          </a:r>
          <a:endParaRPr lang="en-US" sz="4800" kern="1200" dirty="0">
            <a:latin typeface="Trebuchet MS" panose="020B0603020202020204" pitchFamily="34" charset="0"/>
            <a:cs typeface="Times New Roman"/>
          </a:endParaRPr>
        </a:p>
      </dsp:txBody>
      <dsp:txXfrm>
        <a:off x="752110" y="3793066"/>
        <a:ext cx="7301111" cy="1083733"/>
      </dsp:txXfrm>
    </dsp:sp>
    <dsp:sp modelId="{2F164F57-B25B-4E2C-B690-86B86BCE8C07}">
      <dsp:nvSpPr>
        <dsp:cNvPr id="0" name=""/>
        <dsp:cNvSpPr/>
      </dsp:nvSpPr>
      <dsp:spPr>
        <a:xfrm>
          <a:off x="74777" y="3657600"/>
          <a:ext cx="1354666" cy="1354666"/>
        </a:xfrm>
        <a:prstGeom prst="ellipse">
          <a:avLst/>
        </a:prstGeom>
        <a:solidFill>
          <a:schemeClr val="lt1">
            <a:hueOff val="0"/>
            <a:satOff val="0"/>
            <a:lumOff val="0"/>
            <a:alphaOff val="0"/>
          </a:schemeClr>
        </a:soli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D8806B-23D6-410D-92BD-9707287756F5}">
      <dsp:nvSpPr>
        <dsp:cNvPr id="0" name=""/>
        <dsp:cNvSpPr/>
      </dsp:nvSpPr>
      <dsp:spPr>
        <a:xfrm>
          <a:off x="0" y="523913"/>
          <a:ext cx="2982694" cy="2982687"/>
        </a:xfrm>
        <a:prstGeom prst="ellipse">
          <a:avLst/>
        </a:prstGeom>
        <a:gradFill rotWithShape="0">
          <a:gsLst>
            <a:gs pos="0">
              <a:schemeClr val="accent4">
                <a:alpha val="50000"/>
                <a:hueOff val="0"/>
                <a:satOff val="0"/>
                <a:lumOff val="0"/>
                <a:alphaOff val="0"/>
                <a:satMod val="103000"/>
                <a:lumMod val="102000"/>
                <a:tint val="94000"/>
              </a:schemeClr>
            </a:gs>
            <a:gs pos="50000">
              <a:schemeClr val="accent4">
                <a:alpha val="50000"/>
                <a:hueOff val="0"/>
                <a:satOff val="0"/>
                <a:lumOff val="0"/>
                <a:alphaOff val="0"/>
                <a:satMod val="110000"/>
                <a:lumMod val="100000"/>
                <a:shade val="100000"/>
              </a:schemeClr>
            </a:gs>
            <a:gs pos="100000">
              <a:schemeClr val="accent4">
                <a:alpha val="5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Wingdings"/>
            <a:buNone/>
          </a:pPr>
          <a:r>
            <a:rPr lang="en-US" sz="1800" b="1" kern="1200" spc="-5" dirty="0">
              <a:latin typeface="Times New Roman"/>
              <a:cs typeface="Times New Roman"/>
            </a:rPr>
            <a:t>Batch </a:t>
          </a:r>
          <a:r>
            <a:rPr lang="en-US" sz="1800" b="1" kern="1200" dirty="0">
              <a:latin typeface="Times New Roman"/>
              <a:cs typeface="Times New Roman"/>
            </a:rPr>
            <a:t>Operating</a:t>
          </a:r>
          <a:r>
            <a:rPr lang="en-US" sz="1800" b="1" kern="1200" spc="-90" dirty="0">
              <a:latin typeface="Times New Roman"/>
              <a:cs typeface="Times New Roman"/>
            </a:rPr>
            <a:t> </a:t>
          </a:r>
          <a:r>
            <a:rPr lang="en-US" sz="1800" b="1" kern="1200" dirty="0">
              <a:latin typeface="Times New Roman"/>
              <a:cs typeface="Times New Roman"/>
            </a:rPr>
            <a:t>System</a:t>
          </a:r>
          <a:endParaRPr lang="en-US" sz="1800" b="1" kern="1200" dirty="0"/>
        </a:p>
      </dsp:txBody>
      <dsp:txXfrm>
        <a:off x="436805" y="960717"/>
        <a:ext cx="2109084" cy="2109079"/>
      </dsp:txXfrm>
    </dsp:sp>
    <dsp:sp modelId="{873EE6F1-BE2E-49BA-BA6D-E767EB6C1EBA}">
      <dsp:nvSpPr>
        <dsp:cNvPr id="0" name=""/>
        <dsp:cNvSpPr/>
      </dsp:nvSpPr>
      <dsp:spPr>
        <a:xfrm>
          <a:off x="1533748" y="2513199"/>
          <a:ext cx="2982694" cy="2982687"/>
        </a:xfrm>
        <a:prstGeom prst="ellipse">
          <a:avLst/>
        </a:prstGeom>
        <a:gradFill rotWithShape="0">
          <a:gsLst>
            <a:gs pos="0">
              <a:schemeClr val="accent4">
                <a:alpha val="50000"/>
                <a:hueOff val="2450223"/>
                <a:satOff val="-10194"/>
                <a:lumOff val="2402"/>
                <a:alphaOff val="0"/>
                <a:satMod val="103000"/>
                <a:lumMod val="102000"/>
                <a:tint val="94000"/>
              </a:schemeClr>
            </a:gs>
            <a:gs pos="50000">
              <a:schemeClr val="accent4">
                <a:alpha val="50000"/>
                <a:hueOff val="2450223"/>
                <a:satOff val="-10194"/>
                <a:lumOff val="2402"/>
                <a:alphaOff val="0"/>
                <a:satMod val="110000"/>
                <a:lumMod val="100000"/>
                <a:shade val="100000"/>
              </a:schemeClr>
            </a:gs>
            <a:gs pos="100000">
              <a:schemeClr val="accent4">
                <a:alpha val="50000"/>
                <a:hueOff val="2450223"/>
                <a:satOff val="-10194"/>
                <a:lumOff val="240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Wingdings"/>
            <a:buNone/>
          </a:pPr>
          <a:r>
            <a:rPr lang="en-US" sz="1800" b="1" kern="1200" spc="-5" dirty="0">
              <a:latin typeface="Times New Roman"/>
              <a:cs typeface="Times New Roman"/>
            </a:rPr>
            <a:t>Multitasking</a:t>
          </a:r>
          <a:r>
            <a:rPr lang="en-US" sz="1800" b="1" kern="1200" spc="-45" dirty="0">
              <a:latin typeface="Times New Roman"/>
              <a:cs typeface="Times New Roman"/>
            </a:rPr>
            <a:t> </a:t>
          </a:r>
          <a:r>
            <a:rPr lang="en-US" sz="1800" b="1" kern="1200" dirty="0">
              <a:latin typeface="Times New Roman"/>
              <a:cs typeface="Times New Roman"/>
            </a:rPr>
            <a:t>OS</a:t>
          </a:r>
          <a:endParaRPr lang="en-US" sz="1800" b="1" kern="1200" dirty="0"/>
        </a:p>
      </dsp:txBody>
      <dsp:txXfrm>
        <a:off x="1970553" y="2950003"/>
        <a:ext cx="2109084" cy="2109079"/>
      </dsp:txXfrm>
    </dsp:sp>
    <dsp:sp modelId="{D98FBE39-D2EE-43E8-A943-97F262AC899F}">
      <dsp:nvSpPr>
        <dsp:cNvPr id="0" name=""/>
        <dsp:cNvSpPr/>
      </dsp:nvSpPr>
      <dsp:spPr>
        <a:xfrm>
          <a:off x="3068408" y="523913"/>
          <a:ext cx="2982694" cy="2982687"/>
        </a:xfrm>
        <a:prstGeom prst="ellipse">
          <a:avLst/>
        </a:prstGeom>
        <a:gradFill rotWithShape="0">
          <a:gsLst>
            <a:gs pos="0">
              <a:schemeClr val="accent4">
                <a:alpha val="50000"/>
                <a:hueOff val="4900445"/>
                <a:satOff val="-20388"/>
                <a:lumOff val="4804"/>
                <a:alphaOff val="0"/>
                <a:satMod val="103000"/>
                <a:lumMod val="102000"/>
                <a:tint val="94000"/>
              </a:schemeClr>
            </a:gs>
            <a:gs pos="50000">
              <a:schemeClr val="accent4">
                <a:alpha val="50000"/>
                <a:hueOff val="4900445"/>
                <a:satOff val="-20388"/>
                <a:lumOff val="4804"/>
                <a:alphaOff val="0"/>
                <a:satMod val="110000"/>
                <a:lumMod val="100000"/>
                <a:shade val="100000"/>
              </a:schemeClr>
            </a:gs>
            <a:gs pos="100000">
              <a:schemeClr val="accent4">
                <a:alpha val="50000"/>
                <a:hueOff val="4900445"/>
                <a:satOff val="-20388"/>
                <a:lumOff val="480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Wingdings"/>
            <a:buNone/>
          </a:pPr>
          <a:r>
            <a:rPr lang="en-US" sz="1800" b="1" kern="1200" spc="-5" dirty="0">
              <a:latin typeface="Times New Roman"/>
              <a:cs typeface="Times New Roman"/>
            </a:rPr>
            <a:t>Multiprogramming</a:t>
          </a:r>
          <a:r>
            <a:rPr lang="en-US" sz="1800" b="1" kern="1200" spc="-30" dirty="0">
              <a:latin typeface="Times New Roman"/>
              <a:cs typeface="Times New Roman"/>
            </a:rPr>
            <a:t> </a:t>
          </a:r>
          <a:r>
            <a:rPr lang="en-US" sz="1800" b="1" kern="1200" dirty="0">
              <a:latin typeface="Times New Roman"/>
              <a:cs typeface="Times New Roman"/>
            </a:rPr>
            <a:t>OS</a:t>
          </a:r>
          <a:endParaRPr lang="en-US" sz="1800" b="1" kern="1200" dirty="0"/>
        </a:p>
      </dsp:txBody>
      <dsp:txXfrm>
        <a:off x="3505213" y="960717"/>
        <a:ext cx="2109084" cy="2109079"/>
      </dsp:txXfrm>
    </dsp:sp>
    <dsp:sp modelId="{AB61A696-AC55-4F34-8FC3-9432E9305C24}">
      <dsp:nvSpPr>
        <dsp:cNvPr id="0" name=""/>
        <dsp:cNvSpPr/>
      </dsp:nvSpPr>
      <dsp:spPr>
        <a:xfrm>
          <a:off x="4602157" y="2513199"/>
          <a:ext cx="2982694" cy="2982687"/>
        </a:xfrm>
        <a:prstGeom prst="ellipse">
          <a:avLst/>
        </a:prstGeom>
        <a:gradFill rotWithShape="0">
          <a:gsLst>
            <a:gs pos="0">
              <a:schemeClr val="accent4">
                <a:alpha val="50000"/>
                <a:hueOff val="7350668"/>
                <a:satOff val="-30583"/>
                <a:lumOff val="7206"/>
                <a:alphaOff val="0"/>
                <a:satMod val="103000"/>
                <a:lumMod val="102000"/>
                <a:tint val="94000"/>
              </a:schemeClr>
            </a:gs>
            <a:gs pos="50000">
              <a:schemeClr val="accent4">
                <a:alpha val="50000"/>
                <a:hueOff val="7350668"/>
                <a:satOff val="-30583"/>
                <a:lumOff val="7206"/>
                <a:alphaOff val="0"/>
                <a:satMod val="110000"/>
                <a:lumMod val="100000"/>
                <a:shade val="100000"/>
              </a:schemeClr>
            </a:gs>
            <a:gs pos="100000">
              <a:schemeClr val="accent4">
                <a:alpha val="50000"/>
                <a:hueOff val="7350668"/>
                <a:satOff val="-30583"/>
                <a:lumOff val="720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Wingdings"/>
            <a:buNone/>
          </a:pPr>
          <a:r>
            <a:rPr lang="en-US" sz="1800" b="1" kern="1200" spc="-5" dirty="0">
              <a:latin typeface="Times New Roman"/>
              <a:cs typeface="Times New Roman"/>
            </a:rPr>
            <a:t>Multiprocessing</a:t>
          </a:r>
          <a:r>
            <a:rPr lang="en-US" sz="1800" b="1" kern="1200" spc="-45" dirty="0">
              <a:latin typeface="Times New Roman"/>
              <a:cs typeface="Times New Roman"/>
            </a:rPr>
            <a:t> </a:t>
          </a:r>
          <a:r>
            <a:rPr lang="en-US" sz="1800" b="1" kern="1200" dirty="0">
              <a:latin typeface="Times New Roman"/>
              <a:cs typeface="Times New Roman"/>
            </a:rPr>
            <a:t>OS</a:t>
          </a:r>
          <a:endParaRPr lang="en-US" sz="1800" b="1" kern="1200" dirty="0"/>
        </a:p>
      </dsp:txBody>
      <dsp:txXfrm>
        <a:off x="5038962" y="2950003"/>
        <a:ext cx="2109084" cy="2109079"/>
      </dsp:txXfrm>
    </dsp:sp>
    <dsp:sp modelId="{1BE2B9CC-29F3-428E-BAA9-C5684F04CB0C}">
      <dsp:nvSpPr>
        <dsp:cNvPr id="0" name=""/>
        <dsp:cNvSpPr/>
      </dsp:nvSpPr>
      <dsp:spPr>
        <a:xfrm>
          <a:off x="6135905" y="523913"/>
          <a:ext cx="2982694" cy="2982687"/>
        </a:xfrm>
        <a:prstGeom prst="ellipse">
          <a:avLst/>
        </a:prstGeom>
        <a:gradFill rotWithShape="0">
          <a:gsLst>
            <a:gs pos="0">
              <a:schemeClr val="accent4">
                <a:alpha val="50000"/>
                <a:hueOff val="9800891"/>
                <a:satOff val="-40777"/>
                <a:lumOff val="9608"/>
                <a:alphaOff val="0"/>
                <a:satMod val="103000"/>
                <a:lumMod val="102000"/>
                <a:tint val="94000"/>
              </a:schemeClr>
            </a:gs>
            <a:gs pos="50000">
              <a:schemeClr val="accent4">
                <a:alpha val="50000"/>
                <a:hueOff val="9800891"/>
                <a:satOff val="-40777"/>
                <a:lumOff val="9608"/>
                <a:alphaOff val="0"/>
                <a:satMod val="110000"/>
                <a:lumMod val="100000"/>
                <a:shade val="100000"/>
              </a:schemeClr>
            </a:gs>
            <a:gs pos="100000">
              <a:schemeClr val="accent4">
                <a:alpha val="50000"/>
                <a:hueOff val="9800891"/>
                <a:satOff val="-40777"/>
                <a:lumOff val="960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Wingdings"/>
            <a:buNone/>
          </a:pPr>
          <a:r>
            <a:rPr lang="en-US" sz="1800" b="1" kern="1200" dirty="0">
              <a:latin typeface="Times New Roman"/>
              <a:cs typeface="Times New Roman"/>
            </a:rPr>
            <a:t>Distributed</a:t>
          </a:r>
          <a:r>
            <a:rPr lang="en-US" sz="1800" b="1" kern="1200" spc="-50" dirty="0">
              <a:latin typeface="Times New Roman"/>
              <a:cs typeface="Times New Roman"/>
            </a:rPr>
            <a:t> </a:t>
          </a:r>
          <a:r>
            <a:rPr lang="en-US" sz="1800" b="1" kern="1200" dirty="0">
              <a:latin typeface="Times New Roman"/>
              <a:cs typeface="Times New Roman"/>
            </a:rPr>
            <a:t>OS</a:t>
          </a:r>
          <a:endParaRPr lang="en-US" sz="1800" b="1" kern="1200" dirty="0"/>
        </a:p>
      </dsp:txBody>
      <dsp:txXfrm>
        <a:off x="6572710" y="960717"/>
        <a:ext cx="2109084" cy="2109079"/>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554E3A5-8247-46B2-AECF-387D8EA77200}" type="datetimeFigureOut">
              <a:rPr lang="en-US" smtClean="0"/>
              <a:t>10/18/2023</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2FB738A-DF3F-4A64-A6EB-915B32065561}" type="slidenum">
              <a:rPr lang="en-US" smtClean="0"/>
              <a:t>‹#›</a:t>
            </a:fld>
            <a:endParaRPr lang="en-US"/>
          </a:p>
        </p:txBody>
      </p:sp>
    </p:spTree>
    <p:extLst>
      <p:ext uri="{BB962C8B-B14F-4D97-AF65-F5344CB8AC3E}">
        <p14:creationId xmlns:p14="http://schemas.microsoft.com/office/powerpoint/2010/main" val="1096589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a:solidFill>
                  <a:srgbClr val="333333"/>
                </a:solidFill>
                <a:effectLst/>
                <a:latin typeface="PT Serif" panose="020B0604020202020204" pitchFamily="18" charset="0"/>
              </a:rPr>
              <a:t>An Operating System is a software that acts as an intermediate between the hardware and the user. It is a kind of resource manager that manages both hardware and software resources of a system</a:t>
            </a:r>
            <a:endParaRPr lang="en-US" dirty="0"/>
          </a:p>
        </p:txBody>
      </p:sp>
      <p:sp>
        <p:nvSpPr>
          <p:cNvPr id="4" name="Slide Number Placeholder 3"/>
          <p:cNvSpPr>
            <a:spLocks noGrp="1"/>
          </p:cNvSpPr>
          <p:nvPr>
            <p:ph type="sldNum" sz="quarter" idx="5"/>
          </p:nvPr>
        </p:nvSpPr>
        <p:spPr/>
        <p:txBody>
          <a:bodyPr/>
          <a:lstStyle/>
          <a:p>
            <a:fld id="{72FB738A-DF3F-4A64-A6EB-915B32065561}" type="slidenum">
              <a:rPr lang="en-US" smtClean="0"/>
              <a:t>2</a:t>
            </a:fld>
            <a:endParaRPr lang="en-US"/>
          </a:p>
        </p:txBody>
      </p:sp>
    </p:spTree>
    <p:extLst>
      <p:ext uri="{BB962C8B-B14F-4D97-AF65-F5344CB8AC3E}">
        <p14:creationId xmlns:p14="http://schemas.microsoft.com/office/powerpoint/2010/main" val="1327934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1300" indent="-228600">
              <a:lnSpc>
                <a:spcPct val="100000"/>
              </a:lnSpc>
              <a:spcBef>
                <a:spcPts val="105"/>
              </a:spcBef>
              <a:buFont typeface="Wingdings"/>
              <a:buChar char=""/>
              <a:tabLst>
                <a:tab pos="241300" algn="l"/>
              </a:tabLst>
            </a:pPr>
            <a:r>
              <a:rPr lang="en-US" sz="1200" spc="-70" dirty="0">
                <a:latin typeface="Times New Roman"/>
                <a:cs typeface="Times New Roman"/>
              </a:rPr>
              <a:t>W</a:t>
            </a:r>
            <a:r>
              <a:rPr lang="en-US" sz="1200" dirty="0">
                <a:latin typeface="Times New Roman"/>
                <a:cs typeface="Times New Roman"/>
              </a:rPr>
              <a:t>indows</a:t>
            </a:r>
          </a:p>
          <a:p>
            <a:pPr marL="241300" indent="-228600">
              <a:lnSpc>
                <a:spcPct val="100000"/>
              </a:lnSpc>
              <a:spcBef>
                <a:spcPts val="1595"/>
              </a:spcBef>
              <a:buFont typeface="Wingdings"/>
              <a:buChar char=""/>
              <a:tabLst>
                <a:tab pos="241300" algn="l"/>
              </a:tabLst>
            </a:pPr>
            <a:r>
              <a:rPr lang="en-US" sz="1200" dirty="0">
                <a:latin typeface="Times New Roman"/>
                <a:cs typeface="Times New Roman"/>
              </a:rPr>
              <a:t>Linux</a:t>
            </a:r>
          </a:p>
          <a:p>
            <a:pPr marL="241300" indent="-228600">
              <a:lnSpc>
                <a:spcPct val="100000"/>
              </a:lnSpc>
              <a:spcBef>
                <a:spcPts val="1610"/>
              </a:spcBef>
              <a:buFont typeface="Wingdings"/>
              <a:buChar char=""/>
              <a:tabLst>
                <a:tab pos="241300" algn="l"/>
              </a:tabLst>
            </a:pPr>
            <a:r>
              <a:rPr lang="en-US" sz="1200" spc="-5" dirty="0">
                <a:latin typeface="Times New Roman"/>
                <a:cs typeface="Times New Roman"/>
              </a:rPr>
              <a:t>Mac</a:t>
            </a:r>
            <a:r>
              <a:rPr lang="en-US" sz="1200" spc="-40" dirty="0">
                <a:latin typeface="Times New Roman"/>
                <a:cs typeface="Times New Roman"/>
              </a:rPr>
              <a:t> </a:t>
            </a:r>
            <a:r>
              <a:rPr lang="en-US" sz="1200" dirty="0">
                <a:latin typeface="Times New Roman"/>
                <a:cs typeface="Times New Roman"/>
              </a:rPr>
              <a:t>OS</a:t>
            </a:r>
          </a:p>
          <a:p>
            <a:pPr marL="241300" indent="-228600">
              <a:lnSpc>
                <a:spcPct val="100000"/>
              </a:lnSpc>
              <a:spcBef>
                <a:spcPts val="1595"/>
              </a:spcBef>
              <a:buFont typeface="Wingdings"/>
              <a:buChar char=""/>
              <a:tabLst>
                <a:tab pos="241300" algn="l"/>
              </a:tabLst>
            </a:pPr>
            <a:r>
              <a:rPr lang="en-US" sz="1200" spc="5" dirty="0">
                <a:latin typeface="Times New Roman"/>
                <a:cs typeface="Times New Roman"/>
              </a:rPr>
              <a:t>Ubuntu</a:t>
            </a:r>
            <a:endParaRPr lang="en-US" sz="1200" dirty="0">
              <a:latin typeface="Times New Roman"/>
              <a:cs typeface="Times New Roman"/>
            </a:endParaRPr>
          </a:p>
          <a:p>
            <a:pPr marL="241300" indent="-228600">
              <a:lnSpc>
                <a:spcPct val="100000"/>
              </a:lnSpc>
              <a:spcBef>
                <a:spcPts val="1595"/>
              </a:spcBef>
              <a:buFont typeface="Wingdings"/>
              <a:buChar char=""/>
              <a:tabLst>
                <a:tab pos="241300" algn="l"/>
              </a:tabLst>
            </a:pPr>
            <a:r>
              <a:rPr lang="en-US" sz="1200" dirty="0">
                <a:latin typeface="Times New Roman"/>
                <a:cs typeface="Times New Roman"/>
              </a:rPr>
              <a:t>Android</a:t>
            </a:r>
          </a:p>
          <a:p>
            <a:pPr marL="241300" indent="-228600">
              <a:lnSpc>
                <a:spcPct val="100000"/>
              </a:lnSpc>
              <a:spcBef>
                <a:spcPts val="1610"/>
              </a:spcBef>
              <a:buFont typeface="Wingdings"/>
              <a:buChar char=""/>
              <a:tabLst>
                <a:tab pos="241300" algn="l"/>
              </a:tabLst>
            </a:pPr>
            <a:r>
              <a:rPr lang="en-US" sz="1200" dirty="0">
                <a:latin typeface="Times New Roman"/>
                <a:cs typeface="Times New Roman"/>
              </a:rPr>
              <a:t>iOS</a:t>
            </a:r>
            <a:endParaRPr lang="en-US" b="1" i="0" dirty="0">
              <a:solidFill>
                <a:srgbClr val="202124"/>
              </a:solidFill>
              <a:effectLst/>
              <a:latin typeface="arial" panose="020B0604020202020204" pitchFamily="34" charset="0"/>
            </a:endParaRPr>
          </a:p>
          <a:p>
            <a:r>
              <a:rPr lang="en-US" b="1" i="0" dirty="0">
                <a:solidFill>
                  <a:srgbClr val="202124"/>
                </a:solidFill>
                <a:effectLst/>
                <a:latin typeface="arial" panose="020B0604020202020204" pitchFamily="34" charset="0"/>
              </a:rPr>
              <a:t>The Linux is highly secure and robust</a:t>
            </a:r>
            <a:r>
              <a:rPr lang="en-US" b="0" i="0" dirty="0">
                <a:solidFill>
                  <a:srgbClr val="202124"/>
                </a:solidFill>
                <a:effectLst/>
                <a:latin typeface="arial" panose="020B0604020202020204" pitchFamily="34" charset="0"/>
              </a:rPr>
              <a:t>. It is used for enterprise level applications as it is highly reliable and stable. On the other hand, Ubuntu is a distribution of Linux, and it has almost all the features of Linux. Linux is an open source, free to use operating system widely used for computer hardware and software, game development, tablet PCS, mainframes etc. Unix is an operating system commonly used in internet servers, workstations and PCs by Solaris, Intel, HP etc.</a:t>
            </a:r>
          </a:p>
          <a:p>
            <a:r>
              <a:rPr lang="en-US" b="1" i="0" dirty="0">
                <a:solidFill>
                  <a:srgbClr val="202124"/>
                </a:solidFill>
                <a:effectLst/>
                <a:latin typeface="arial" panose="020B0604020202020204" pitchFamily="34" charset="0"/>
              </a:rPr>
              <a:t>Organizations still use the OpenVMS operating system to run critical processes</a:t>
            </a:r>
            <a:r>
              <a:rPr lang="en-US" b="0" i="0" dirty="0">
                <a:solidFill>
                  <a:srgbClr val="202124"/>
                </a:solidFill>
                <a:effectLst/>
                <a:latin typeface="arial" panose="020B0604020202020204" pitchFamily="34" charset="0"/>
              </a:rPr>
              <a:t>. OpenVMS is reliable and secure, but expensive to maintain.</a:t>
            </a:r>
            <a:endParaRPr lang="en-US" dirty="0"/>
          </a:p>
        </p:txBody>
      </p:sp>
      <p:sp>
        <p:nvSpPr>
          <p:cNvPr id="4" name="Slide Number Placeholder 3"/>
          <p:cNvSpPr>
            <a:spLocks noGrp="1"/>
          </p:cNvSpPr>
          <p:nvPr>
            <p:ph type="sldNum" sz="quarter" idx="5"/>
          </p:nvPr>
        </p:nvSpPr>
        <p:spPr/>
        <p:txBody>
          <a:bodyPr/>
          <a:lstStyle/>
          <a:p>
            <a:fld id="{72FB738A-DF3F-4A64-A6EB-915B32065561}" type="slidenum">
              <a:rPr lang="en-US" smtClean="0"/>
              <a:t>5</a:t>
            </a:fld>
            <a:endParaRPr lang="en-US"/>
          </a:p>
        </p:txBody>
      </p:sp>
    </p:spTree>
    <p:extLst>
      <p:ext uri="{BB962C8B-B14F-4D97-AF65-F5344CB8AC3E}">
        <p14:creationId xmlns:p14="http://schemas.microsoft.com/office/powerpoint/2010/main" val="2965591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Registers</a:t>
            </a:r>
            <a:r>
              <a:rPr lang="en-US" dirty="0"/>
              <a:t>: smallest storage device, stores in bits 0s and 1s, accessed quickly</a:t>
            </a:r>
          </a:p>
          <a:p>
            <a:r>
              <a:rPr lang="en-US" b="1" dirty="0"/>
              <a:t>Cache:</a:t>
            </a:r>
            <a:r>
              <a:rPr lang="en-US" b="0" dirty="0"/>
              <a:t> size a little bigger, speed a little slower.</a:t>
            </a:r>
            <a:endParaRPr lang="en-US" b="1" dirty="0"/>
          </a:p>
          <a:p>
            <a:endParaRPr lang="en-US" dirty="0"/>
          </a:p>
        </p:txBody>
      </p:sp>
      <p:sp>
        <p:nvSpPr>
          <p:cNvPr id="4" name="Slide Number Placeholder 3"/>
          <p:cNvSpPr>
            <a:spLocks noGrp="1"/>
          </p:cNvSpPr>
          <p:nvPr>
            <p:ph type="sldNum" sz="quarter" idx="5"/>
          </p:nvPr>
        </p:nvSpPr>
        <p:spPr/>
        <p:txBody>
          <a:bodyPr/>
          <a:lstStyle/>
          <a:p>
            <a:fld id="{72FB738A-DF3F-4A64-A6EB-915B32065561}" type="slidenum">
              <a:rPr lang="en-US" smtClean="0"/>
              <a:t>9</a:t>
            </a:fld>
            <a:endParaRPr lang="en-US"/>
          </a:p>
        </p:txBody>
      </p:sp>
    </p:spTree>
    <p:extLst>
      <p:ext uri="{BB962C8B-B14F-4D97-AF65-F5344CB8AC3E}">
        <p14:creationId xmlns:p14="http://schemas.microsoft.com/office/powerpoint/2010/main" val="3576386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FB738A-DF3F-4A64-A6EB-915B32065561}" type="slidenum">
              <a:rPr lang="en-US" smtClean="0"/>
              <a:t>10</a:t>
            </a:fld>
            <a:endParaRPr lang="en-US"/>
          </a:p>
        </p:txBody>
      </p:sp>
    </p:spTree>
    <p:extLst>
      <p:ext uri="{BB962C8B-B14F-4D97-AF65-F5344CB8AC3E}">
        <p14:creationId xmlns:p14="http://schemas.microsoft.com/office/powerpoint/2010/main" val="2141948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FB738A-DF3F-4A64-A6EB-915B32065561}" type="slidenum">
              <a:rPr lang="en-US" smtClean="0"/>
              <a:t>14</a:t>
            </a:fld>
            <a:endParaRPr lang="en-US"/>
          </a:p>
        </p:txBody>
      </p:sp>
    </p:spTree>
    <p:extLst>
      <p:ext uri="{BB962C8B-B14F-4D97-AF65-F5344CB8AC3E}">
        <p14:creationId xmlns:p14="http://schemas.microsoft.com/office/powerpoint/2010/main" val="2949704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BIOS is </a:t>
            </a:r>
            <a:r>
              <a:rPr lang="en-US" b="1" i="0" dirty="0">
                <a:solidFill>
                  <a:srgbClr val="202124"/>
                </a:solidFill>
                <a:effectLst/>
                <a:latin typeface="arial" panose="020B0604020202020204" pitchFamily="34" charset="0"/>
              </a:rPr>
              <a:t>software</a:t>
            </a:r>
            <a:r>
              <a:rPr lang="en-US" b="0" i="0" dirty="0">
                <a:solidFill>
                  <a:srgbClr val="202124"/>
                </a:solidFill>
                <a:effectLst/>
                <a:latin typeface="arial" panose="020B0604020202020204" pitchFamily="34" charset="0"/>
              </a:rPr>
              <a:t> stored on a small memory chip (firmware) on the motherboard, and it is the very first software to run after a computer starts. The BIOS instructs the computer on how to perform basic functions such as booting and keyboard control</a:t>
            </a:r>
            <a:endParaRPr lang="en-US" dirty="0"/>
          </a:p>
        </p:txBody>
      </p:sp>
      <p:sp>
        <p:nvSpPr>
          <p:cNvPr id="4" name="Slide Number Placeholder 3"/>
          <p:cNvSpPr>
            <a:spLocks noGrp="1"/>
          </p:cNvSpPr>
          <p:nvPr>
            <p:ph type="sldNum" sz="quarter" idx="5"/>
          </p:nvPr>
        </p:nvSpPr>
        <p:spPr/>
        <p:txBody>
          <a:bodyPr/>
          <a:lstStyle/>
          <a:p>
            <a:fld id="{72FB738A-DF3F-4A64-A6EB-915B32065561}" type="slidenum">
              <a:rPr lang="en-US" smtClean="0"/>
              <a:t>19</a:t>
            </a:fld>
            <a:endParaRPr lang="en-US"/>
          </a:p>
        </p:txBody>
      </p:sp>
    </p:spTree>
    <p:extLst>
      <p:ext uri="{BB962C8B-B14F-4D97-AF65-F5344CB8AC3E}">
        <p14:creationId xmlns:p14="http://schemas.microsoft.com/office/powerpoint/2010/main" val="3428655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The kernel is </a:t>
            </a:r>
            <a:r>
              <a:rPr lang="en-US" b="1" i="0" dirty="0">
                <a:solidFill>
                  <a:srgbClr val="202124"/>
                </a:solidFill>
                <a:effectLst/>
                <a:latin typeface="arial" panose="020B0604020202020204" pitchFamily="34" charset="0"/>
              </a:rPr>
              <a:t>a computer program at the core of a computer's operating system</a:t>
            </a:r>
            <a:r>
              <a:rPr lang="en-US" b="0" i="0" dirty="0">
                <a:solidFill>
                  <a:srgbClr val="202124"/>
                </a:solidFill>
                <a:effectLst/>
                <a:latin typeface="arial" panose="020B0604020202020204" pitchFamily="34" charset="0"/>
              </a:rPr>
              <a:t> and generally has complete control over everything in the system. It is the portion of the operating system code that is always resident in memory and facilitates interactions between hardware and software components.</a:t>
            </a:r>
            <a:endParaRPr lang="en-US" dirty="0"/>
          </a:p>
        </p:txBody>
      </p:sp>
      <p:sp>
        <p:nvSpPr>
          <p:cNvPr id="4" name="Slide Number Placeholder 3"/>
          <p:cNvSpPr>
            <a:spLocks noGrp="1"/>
          </p:cNvSpPr>
          <p:nvPr>
            <p:ph type="sldNum" sz="quarter" idx="5"/>
          </p:nvPr>
        </p:nvSpPr>
        <p:spPr/>
        <p:txBody>
          <a:bodyPr/>
          <a:lstStyle/>
          <a:p>
            <a:fld id="{72FB738A-DF3F-4A64-A6EB-915B32065561}" type="slidenum">
              <a:rPr lang="en-US" smtClean="0"/>
              <a:t>20</a:t>
            </a:fld>
            <a:endParaRPr lang="en-US"/>
          </a:p>
        </p:txBody>
      </p:sp>
    </p:spTree>
    <p:extLst>
      <p:ext uri="{BB962C8B-B14F-4D97-AF65-F5344CB8AC3E}">
        <p14:creationId xmlns:p14="http://schemas.microsoft.com/office/powerpoint/2010/main" val="2255792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8B61D-B467-5273-CC36-388248FB08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7A81C4-C907-45FF-B8DF-6D6916E0D9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B9EB40-EC3C-E518-FB52-070A42971291}"/>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5" name="Footer Placeholder 4">
            <a:extLst>
              <a:ext uri="{FF2B5EF4-FFF2-40B4-BE49-F238E27FC236}">
                <a16:creationId xmlns:a16="http://schemas.microsoft.com/office/drawing/2014/main" id="{F469314C-E8FE-03B3-9388-C2E3201BE7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2AAF2E-1B8F-53C4-CB6A-CE1BD5867A7B}"/>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30335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C3C86-FD08-2E80-A835-6C96DD6093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DAABB3-9C1D-11EE-6668-113B277EB5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2E846-B89D-2E64-7D08-C180E3056B8D}"/>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5" name="Footer Placeholder 4">
            <a:extLst>
              <a:ext uri="{FF2B5EF4-FFF2-40B4-BE49-F238E27FC236}">
                <a16:creationId xmlns:a16="http://schemas.microsoft.com/office/drawing/2014/main" id="{BE0B7A74-D8E6-C2EC-7352-460F81E1A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279407-821B-733F-BE8C-7E4F694E62C6}"/>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36896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2D562-579C-2647-56B3-05576B556F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C82BB3-4CA7-BD43-FA79-BE01160308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90A24F-2A9C-9481-5DED-06090BAEC381}"/>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5" name="Footer Placeholder 4">
            <a:extLst>
              <a:ext uri="{FF2B5EF4-FFF2-40B4-BE49-F238E27FC236}">
                <a16:creationId xmlns:a16="http://schemas.microsoft.com/office/drawing/2014/main" id="{330E909A-5D0D-55F8-7A3C-F2504723C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B28632-EDDF-DF39-3CE4-B90A6CF9312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10498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C6B7E-84BE-0462-7FF8-74E7AAFF9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1BD74A-63E9-56D6-2AA6-E31E8246A4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BE5109-AE13-E969-CDBE-7EEC045290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503DAC-591D-844E-3603-46D0336F74A1}"/>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6" name="Footer Placeholder 5">
            <a:extLst>
              <a:ext uri="{FF2B5EF4-FFF2-40B4-BE49-F238E27FC236}">
                <a16:creationId xmlns:a16="http://schemas.microsoft.com/office/drawing/2014/main" id="{33461515-8B41-F2E5-B296-80AD181CFC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FE438-70FA-741E-D0E6-96EF0E6FEDEC}"/>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8994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F070-9078-709B-0289-65F9F97261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5B259E-CA6D-54EE-5D1C-21F4A1C816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66EB5C-B877-1408-F5FC-4A0C519DD1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804EA4-AFE1-2329-E8DC-BA3BEDBA0C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70F142-BF25-09F1-11CA-0B2DB4E035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9AC8EF-53BB-31E6-F0FD-D54345685E12}"/>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8" name="Footer Placeholder 7">
            <a:extLst>
              <a:ext uri="{FF2B5EF4-FFF2-40B4-BE49-F238E27FC236}">
                <a16:creationId xmlns:a16="http://schemas.microsoft.com/office/drawing/2014/main" id="{AF2B7001-3B1C-F5C9-5282-B987A8BA01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6F4E5F-670B-C6BC-0243-9988FF270F8C}"/>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9223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63E1A-D6A5-4E25-1C32-5B31C63865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55ABF3-39BC-A185-85DE-FAA6780631CC}"/>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4" name="Footer Placeholder 3">
            <a:extLst>
              <a:ext uri="{FF2B5EF4-FFF2-40B4-BE49-F238E27FC236}">
                <a16:creationId xmlns:a16="http://schemas.microsoft.com/office/drawing/2014/main" id="{C3599EBB-E083-E2BA-5590-3BDC19A1E4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154A05-C830-1823-ED97-082052F2B4D6}"/>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73263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A1B25B-819F-B04A-CCE8-3480FE0D13D9}"/>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3" name="Footer Placeholder 2">
            <a:extLst>
              <a:ext uri="{FF2B5EF4-FFF2-40B4-BE49-F238E27FC236}">
                <a16:creationId xmlns:a16="http://schemas.microsoft.com/office/drawing/2014/main" id="{DF188C77-E205-B66E-103B-BB99A9621D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98C48F-DA7C-B8E1-A686-9A649E1F6CD8}"/>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60118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2893A-B2D1-B3A6-EE5E-167502B394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2774A8-E066-1C39-785F-6E39D924A5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47C05B-C6CE-EF50-8261-2E1A3EB538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5905D6-FC4A-26A3-0FE3-7796AAEB09FF}"/>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6" name="Footer Placeholder 5">
            <a:extLst>
              <a:ext uri="{FF2B5EF4-FFF2-40B4-BE49-F238E27FC236}">
                <a16:creationId xmlns:a16="http://schemas.microsoft.com/office/drawing/2014/main" id="{861D439D-827D-DF39-1E97-C108BE5F93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86C12-58DD-6A46-D58E-4EF378B760D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35331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1FF91-6E12-74C5-7345-DBA03DA49A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AB456E-BAE1-678F-1979-AE3FCA73D4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C60FF1-82C5-17B4-1457-F8135651F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B3B098-7EF9-C87C-8420-B382BE61C99B}"/>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6" name="Footer Placeholder 5">
            <a:extLst>
              <a:ext uri="{FF2B5EF4-FFF2-40B4-BE49-F238E27FC236}">
                <a16:creationId xmlns:a16="http://schemas.microsoft.com/office/drawing/2014/main" id="{E3E572FF-D111-1FC5-1390-1939BBDB6A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9086F1-FF1E-BD7D-075A-8EE6E7678163}"/>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89151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EDF2-946F-B110-52D7-D764F120CB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8F49E4-05DC-1415-FA39-D8EEE02A72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D07F02-6051-D92A-DA01-D9A3BF054A8C}"/>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5" name="Footer Placeholder 4">
            <a:extLst>
              <a:ext uri="{FF2B5EF4-FFF2-40B4-BE49-F238E27FC236}">
                <a16:creationId xmlns:a16="http://schemas.microsoft.com/office/drawing/2014/main" id="{479D95BE-9B5A-1808-FE1C-9B7BD10C33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39255-CAFE-D128-1580-364356014EBA}"/>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34587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4F063F-A624-5384-C745-6F7996BB43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517B18-BC89-8770-0A5D-C73D583F1E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EEFB99-7C3F-A8A6-4D3B-1F70CD859D60}"/>
              </a:ext>
            </a:extLst>
          </p:cNvPr>
          <p:cNvSpPr>
            <a:spLocks noGrp="1"/>
          </p:cNvSpPr>
          <p:nvPr>
            <p:ph type="dt" sz="half" idx="10"/>
          </p:nvPr>
        </p:nvSpPr>
        <p:spPr/>
        <p:txBody>
          <a:bodyPr/>
          <a:lstStyle/>
          <a:p>
            <a:fld id="{1D8BD707-D9CF-40AE-B4C6-C98DA3205C09}" type="datetimeFigureOut">
              <a:rPr lang="en-US" smtClean="0"/>
              <a:t>10/18/2023</a:t>
            </a:fld>
            <a:endParaRPr lang="en-US"/>
          </a:p>
        </p:txBody>
      </p:sp>
      <p:sp>
        <p:nvSpPr>
          <p:cNvPr id="5" name="Footer Placeholder 4">
            <a:extLst>
              <a:ext uri="{FF2B5EF4-FFF2-40B4-BE49-F238E27FC236}">
                <a16:creationId xmlns:a16="http://schemas.microsoft.com/office/drawing/2014/main" id="{A3859BEC-61DF-509D-F2D0-56A566E4B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7C4667-9AF0-8D57-F3B0-4C442541D6B8}"/>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97932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3FD85C-1788-5396-F17B-C392BBB81E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3A761A-F595-2DCE-8B55-31E6304458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61AAB-9C0E-35B6-4CD8-4C1DB4CEC9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10/18/2023</a:t>
            </a:fld>
            <a:endParaRPr lang="en-US"/>
          </a:p>
        </p:txBody>
      </p:sp>
      <p:sp>
        <p:nvSpPr>
          <p:cNvPr id="5" name="Footer Placeholder 4">
            <a:extLst>
              <a:ext uri="{FF2B5EF4-FFF2-40B4-BE49-F238E27FC236}">
                <a16:creationId xmlns:a16="http://schemas.microsoft.com/office/drawing/2014/main" id="{62FE1C4B-0323-D57F-31C7-2F59771FC7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1C2379-CBA0-490C-5C15-D967F7E44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81387494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Instance_(computer_scienc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simple.wikipedia.org/wiki/Operating_system" TargetMode="External"/><Relationship Id="rId4" Type="http://schemas.openxmlformats.org/officeDocument/2006/relationships/hyperlink" Target="https://en.wikipedia.org/wiki/Computer_progra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3D05"/>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2114B3-29A3-65D9-1BEC-B2065FEE4C7E}"/>
              </a:ext>
            </a:extLst>
          </p:cNvPr>
          <p:cNvSpPr txBox="1"/>
          <p:nvPr/>
        </p:nvSpPr>
        <p:spPr>
          <a:xfrm>
            <a:off x="266700" y="2438400"/>
            <a:ext cx="11658600" cy="1569660"/>
          </a:xfrm>
          <a:prstGeom prst="rect">
            <a:avLst/>
          </a:prstGeom>
          <a:noFill/>
        </p:spPr>
        <p:txBody>
          <a:bodyPr wrap="square" rtlCol="0">
            <a:spAutoFit/>
          </a:bodyPr>
          <a:lstStyle/>
          <a:p>
            <a:pPr algn="ctr"/>
            <a:r>
              <a:rPr lang="en-US" sz="9600" b="1" dirty="0">
                <a:solidFill>
                  <a:schemeClr val="bg1"/>
                </a:solidFill>
                <a:latin typeface="Trebuchet MS" panose="020B0603020202020204" pitchFamily="34" charset="0"/>
              </a:rPr>
              <a:t>Operating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228600"/>
            <a:ext cx="6781800" cy="935513"/>
          </a:xfrm>
          <a:prstGeom prst="rect">
            <a:avLst/>
          </a:prstGeom>
        </p:spPr>
        <p:txBody>
          <a:bodyPr vert="horz" wrap="square" lIns="0" tIns="12065" rIns="0" bIns="0" rtlCol="0">
            <a:spAutoFit/>
          </a:bodyPr>
          <a:lstStyle/>
          <a:p>
            <a:pPr marL="12700" algn="ctr">
              <a:lnSpc>
                <a:spcPct val="100000"/>
              </a:lnSpc>
              <a:spcBef>
                <a:spcPts val="95"/>
              </a:spcBef>
            </a:pPr>
            <a:r>
              <a:rPr sz="6000" b="1" spc="-20" dirty="0">
                <a:latin typeface="Trebuchet MS" panose="020B0603020202020204" pitchFamily="34" charset="0"/>
              </a:rPr>
              <a:t>Operating</a:t>
            </a:r>
            <a:r>
              <a:rPr sz="6000" b="1" dirty="0">
                <a:latin typeface="Trebuchet MS" panose="020B0603020202020204" pitchFamily="34" charset="0"/>
              </a:rPr>
              <a:t> </a:t>
            </a:r>
            <a:r>
              <a:rPr sz="6000" b="1" spc="-45" dirty="0">
                <a:latin typeface="Trebuchet MS" panose="020B0603020202020204" pitchFamily="34" charset="0"/>
              </a:rPr>
              <a:t>Systems</a:t>
            </a:r>
          </a:p>
        </p:txBody>
      </p:sp>
      <p:sp>
        <p:nvSpPr>
          <p:cNvPr id="3" name="object 3"/>
          <p:cNvSpPr txBox="1"/>
          <p:nvPr/>
        </p:nvSpPr>
        <p:spPr>
          <a:xfrm>
            <a:off x="533400" y="1355131"/>
            <a:ext cx="10922000" cy="1900007"/>
          </a:xfrm>
          <a:prstGeom prst="rect">
            <a:avLst/>
          </a:prstGeom>
        </p:spPr>
        <p:txBody>
          <a:bodyPr vert="horz" wrap="square" lIns="0" tIns="38100" rIns="0" bIns="0" rtlCol="0">
            <a:spAutoFit/>
          </a:bodyPr>
          <a:lstStyle/>
          <a:p>
            <a:pPr marL="12700" marR="5080" algn="ctr">
              <a:lnSpc>
                <a:spcPct val="150000"/>
              </a:lnSpc>
              <a:spcBef>
                <a:spcPts val="300"/>
              </a:spcBef>
              <a:tabLst>
                <a:tab pos="241300" algn="l"/>
                <a:tab pos="866775" algn="l"/>
                <a:tab pos="2496185" algn="l"/>
              </a:tabLst>
            </a:pPr>
            <a:r>
              <a:rPr sz="2800" spc="-25" dirty="0">
                <a:latin typeface="Times New Roman"/>
                <a:cs typeface="Times New Roman"/>
              </a:rPr>
              <a:t>It’s</a:t>
            </a:r>
            <a:r>
              <a:rPr sz="2800" spc="-35" dirty="0">
                <a:latin typeface="Times New Roman"/>
                <a:cs typeface="Times New Roman"/>
              </a:rPr>
              <a:t> </a:t>
            </a:r>
            <a:r>
              <a:rPr sz="2800" dirty="0">
                <a:latin typeface="Times New Roman"/>
                <a:cs typeface="Times New Roman"/>
              </a:rPr>
              <a:t>a</a:t>
            </a:r>
            <a:r>
              <a:rPr lang="en-US" sz="2800" dirty="0">
                <a:latin typeface="Times New Roman"/>
                <a:cs typeface="Times New Roman"/>
              </a:rPr>
              <a:t> </a:t>
            </a:r>
            <a:r>
              <a:rPr sz="2800" spc="-5" dirty="0">
                <a:latin typeface="Times New Roman"/>
                <a:cs typeface="Times New Roman"/>
              </a:rPr>
              <a:t>system </a:t>
            </a:r>
            <a:r>
              <a:rPr sz="2800" dirty="0">
                <a:latin typeface="Times New Roman"/>
                <a:cs typeface="Times New Roman"/>
              </a:rPr>
              <a:t>software that allows a user to run other applications on a</a:t>
            </a:r>
            <a:r>
              <a:rPr sz="2800" spc="-225" dirty="0">
                <a:latin typeface="Times New Roman"/>
                <a:cs typeface="Times New Roman"/>
              </a:rPr>
              <a:t> </a:t>
            </a:r>
            <a:r>
              <a:rPr sz="2800" spc="-5" dirty="0">
                <a:latin typeface="Times New Roman"/>
                <a:cs typeface="Times New Roman"/>
              </a:rPr>
              <a:t>computing  </a:t>
            </a:r>
            <a:r>
              <a:rPr sz="2800" dirty="0">
                <a:latin typeface="Times New Roman"/>
                <a:cs typeface="Times New Roman"/>
              </a:rPr>
              <a:t>device and </a:t>
            </a:r>
            <a:r>
              <a:rPr sz="2800" spc="-5" dirty="0">
                <a:latin typeface="Times New Roman"/>
                <a:cs typeface="Times New Roman"/>
              </a:rPr>
              <a:t>acts</a:t>
            </a:r>
            <a:r>
              <a:rPr sz="2800" spc="-30" dirty="0">
                <a:latin typeface="Times New Roman"/>
                <a:cs typeface="Times New Roman"/>
              </a:rPr>
              <a:t> </a:t>
            </a:r>
            <a:r>
              <a:rPr sz="2800" dirty="0">
                <a:latin typeface="Times New Roman"/>
                <a:cs typeface="Times New Roman"/>
              </a:rPr>
              <a:t>as</a:t>
            </a:r>
            <a:r>
              <a:rPr sz="2800" spc="5" dirty="0">
                <a:latin typeface="Times New Roman"/>
                <a:cs typeface="Times New Roman"/>
              </a:rPr>
              <a:t> </a:t>
            </a:r>
            <a:r>
              <a:rPr sz="2800" dirty="0">
                <a:latin typeface="Times New Roman"/>
                <a:cs typeface="Times New Roman"/>
              </a:rPr>
              <a:t>an</a:t>
            </a:r>
            <a:r>
              <a:rPr lang="en-US" sz="2800" dirty="0">
                <a:latin typeface="Times New Roman"/>
                <a:cs typeface="Times New Roman"/>
              </a:rPr>
              <a:t> </a:t>
            </a:r>
            <a:r>
              <a:rPr sz="2800" spc="-5" dirty="0">
                <a:latin typeface="Times New Roman"/>
                <a:cs typeface="Times New Roman"/>
              </a:rPr>
              <a:t>intermediary </a:t>
            </a:r>
            <a:r>
              <a:rPr sz="2800" dirty="0">
                <a:latin typeface="Times New Roman"/>
                <a:cs typeface="Times New Roman"/>
              </a:rPr>
              <a:t>between a user of a </a:t>
            </a:r>
            <a:r>
              <a:rPr sz="2800" spc="-5" dirty="0">
                <a:latin typeface="Times New Roman"/>
                <a:cs typeface="Times New Roman"/>
              </a:rPr>
              <a:t>computer </a:t>
            </a:r>
            <a:r>
              <a:rPr sz="2800" dirty="0">
                <a:latin typeface="Times New Roman"/>
                <a:cs typeface="Times New Roman"/>
              </a:rPr>
              <a:t>and the  </a:t>
            </a:r>
            <a:r>
              <a:rPr sz="2800" spc="-5" dirty="0">
                <a:latin typeface="Times New Roman"/>
                <a:cs typeface="Times New Roman"/>
              </a:rPr>
              <a:t>computer</a:t>
            </a:r>
            <a:r>
              <a:rPr sz="2800" spc="-20" dirty="0">
                <a:latin typeface="Times New Roman"/>
                <a:cs typeface="Times New Roman"/>
              </a:rPr>
              <a:t> </a:t>
            </a:r>
            <a:r>
              <a:rPr sz="2800" dirty="0">
                <a:latin typeface="Times New Roman"/>
                <a:cs typeface="Times New Roman"/>
              </a:rPr>
              <a:t>hardware.</a:t>
            </a:r>
          </a:p>
        </p:txBody>
      </p:sp>
      <p:sp>
        <p:nvSpPr>
          <p:cNvPr id="4" name="object 4"/>
          <p:cNvSpPr/>
          <p:nvPr/>
        </p:nvSpPr>
        <p:spPr>
          <a:xfrm>
            <a:off x="2362200" y="3255138"/>
            <a:ext cx="6775704" cy="3391468"/>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7300" y="228600"/>
            <a:ext cx="9677400" cy="689291"/>
          </a:xfrm>
          <a:prstGeom prst="rect">
            <a:avLst/>
          </a:prstGeom>
        </p:spPr>
        <p:txBody>
          <a:bodyPr vert="horz" wrap="square" lIns="0" tIns="12065" rIns="0" bIns="0" rtlCol="0">
            <a:spAutoFit/>
          </a:bodyPr>
          <a:lstStyle/>
          <a:p>
            <a:pPr marL="12700" algn="ctr">
              <a:lnSpc>
                <a:spcPct val="100000"/>
              </a:lnSpc>
              <a:spcBef>
                <a:spcPts val="95"/>
              </a:spcBef>
            </a:pPr>
            <a:r>
              <a:rPr b="1" spc="-50" dirty="0">
                <a:latin typeface="Trebuchet MS" panose="020B0603020202020204" pitchFamily="34" charset="0"/>
              </a:rPr>
              <a:t>What </a:t>
            </a:r>
            <a:r>
              <a:rPr b="1" spc="-30" dirty="0">
                <a:latin typeface="Trebuchet MS" panose="020B0603020202020204" pitchFamily="34" charset="0"/>
              </a:rPr>
              <a:t>do </a:t>
            </a:r>
            <a:r>
              <a:rPr b="1" spc="-20" dirty="0">
                <a:latin typeface="Trebuchet MS" panose="020B0603020202020204" pitchFamily="34" charset="0"/>
              </a:rPr>
              <a:t>operating </a:t>
            </a:r>
            <a:r>
              <a:rPr b="1" spc="-35" dirty="0">
                <a:latin typeface="Trebuchet MS" panose="020B0603020202020204" pitchFamily="34" charset="0"/>
              </a:rPr>
              <a:t>systems</a:t>
            </a:r>
            <a:r>
              <a:rPr b="1" spc="175" dirty="0">
                <a:latin typeface="Trebuchet MS" panose="020B0603020202020204" pitchFamily="34" charset="0"/>
              </a:rPr>
              <a:t> </a:t>
            </a:r>
            <a:r>
              <a:rPr b="1" spc="-80" dirty="0">
                <a:latin typeface="Trebuchet MS" panose="020B0603020202020204" pitchFamily="34" charset="0"/>
              </a:rPr>
              <a:t>do?</a:t>
            </a:r>
          </a:p>
        </p:txBody>
      </p:sp>
      <p:sp>
        <p:nvSpPr>
          <p:cNvPr id="3" name="object 3"/>
          <p:cNvSpPr txBox="1"/>
          <p:nvPr/>
        </p:nvSpPr>
        <p:spPr>
          <a:xfrm>
            <a:off x="8817244" y="4194759"/>
            <a:ext cx="2993756" cy="2434641"/>
          </a:xfrm>
          <a:prstGeom prst="rect">
            <a:avLst/>
          </a:prstGeom>
        </p:spPr>
        <p:txBody>
          <a:bodyPr vert="horz" wrap="square" lIns="0" tIns="13335" rIns="0" bIns="0" rtlCol="0">
            <a:spAutoFit/>
          </a:bodyPr>
          <a:lstStyle/>
          <a:p>
            <a:pPr marL="12700">
              <a:spcBef>
                <a:spcPts val="1595"/>
              </a:spcBef>
              <a:tabLst>
                <a:tab pos="241300" algn="l"/>
              </a:tabLst>
            </a:pPr>
            <a:r>
              <a:rPr sz="2400" b="1" u="sng" dirty="0">
                <a:latin typeface="Times New Roman"/>
                <a:cs typeface="Times New Roman"/>
              </a:rPr>
              <a:t>Resource</a:t>
            </a:r>
            <a:r>
              <a:rPr lang="en-US" sz="2400" b="1" u="sng" dirty="0">
                <a:latin typeface="Times New Roman"/>
                <a:cs typeface="Times New Roman"/>
              </a:rPr>
              <a:t>s</a:t>
            </a:r>
          </a:p>
          <a:p>
            <a:pPr marL="12700">
              <a:spcBef>
                <a:spcPts val="1595"/>
              </a:spcBef>
              <a:tabLst>
                <a:tab pos="241300" algn="l"/>
              </a:tabLst>
            </a:pPr>
            <a:r>
              <a:rPr sz="2400" spc="-5" dirty="0">
                <a:latin typeface="Times New Roman"/>
                <a:cs typeface="Times New Roman"/>
              </a:rPr>
              <a:t>Memory </a:t>
            </a:r>
            <a:r>
              <a:rPr sz="2400" dirty="0">
                <a:latin typeface="Times New Roman"/>
                <a:cs typeface="Times New Roman"/>
              </a:rPr>
              <a:t>, CPU, </a:t>
            </a:r>
            <a:r>
              <a:rPr sz="2400" spc="-5" dirty="0">
                <a:latin typeface="Times New Roman"/>
                <a:cs typeface="Times New Roman"/>
              </a:rPr>
              <a:t>files, </a:t>
            </a:r>
            <a:r>
              <a:rPr sz="2400" spc="-10" dirty="0">
                <a:latin typeface="Times New Roman"/>
                <a:cs typeface="Times New Roman"/>
              </a:rPr>
              <a:t>printer, </a:t>
            </a:r>
            <a:r>
              <a:rPr sz="2400" dirty="0">
                <a:latin typeface="Times New Roman"/>
                <a:cs typeface="Times New Roman"/>
              </a:rPr>
              <a:t>data or any I/O devices , anything that is needed to</a:t>
            </a:r>
            <a:r>
              <a:rPr sz="2400" spc="-160" dirty="0">
                <a:latin typeface="Times New Roman"/>
                <a:cs typeface="Times New Roman"/>
              </a:rPr>
              <a:t> </a:t>
            </a:r>
            <a:r>
              <a:rPr sz="2400" spc="-5" dirty="0">
                <a:latin typeface="Times New Roman"/>
                <a:cs typeface="Times New Roman"/>
              </a:rPr>
              <a:t>complete  tasks.</a:t>
            </a:r>
            <a:endParaRPr sz="2400" dirty="0">
              <a:latin typeface="Times New Roman"/>
              <a:cs typeface="Times New Roman"/>
            </a:endParaRPr>
          </a:p>
        </p:txBody>
      </p:sp>
      <p:graphicFrame>
        <p:nvGraphicFramePr>
          <p:cNvPr id="5" name="Diagram 4">
            <a:extLst>
              <a:ext uri="{FF2B5EF4-FFF2-40B4-BE49-F238E27FC236}">
                <a16:creationId xmlns:a16="http://schemas.microsoft.com/office/drawing/2014/main" id="{112EDFFE-A719-3572-0BBB-8F0BCF62FC12}"/>
              </a:ext>
            </a:extLst>
          </p:cNvPr>
          <p:cNvGraphicFramePr/>
          <p:nvPr>
            <p:extLst>
              <p:ext uri="{D42A27DB-BD31-4B8C-83A1-F6EECF244321}">
                <p14:modId xmlns:p14="http://schemas.microsoft.com/office/powerpoint/2010/main" val="3729348329"/>
              </p:ext>
            </p:extLst>
          </p:nvPr>
        </p:nvGraphicFramePr>
        <p:xfrm>
          <a:off x="381000" y="917891"/>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5"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7A9E17-0B8E-9FBA-234B-1E21E242FD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77162"/>
            <a:ext cx="7162800" cy="6908123"/>
          </a:xfrm>
          <a:prstGeom prst="rect">
            <a:avLst/>
          </a:prstGeom>
        </p:spPr>
      </p:pic>
    </p:spTree>
    <p:extLst>
      <p:ext uri="{BB962C8B-B14F-4D97-AF65-F5344CB8AC3E}">
        <p14:creationId xmlns:p14="http://schemas.microsoft.com/office/powerpoint/2010/main" val="3275276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6700" y="147196"/>
            <a:ext cx="9118600" cy="689291"/>
          </a:xfrm>
          <a:prstGeom prst="rect">
            <a:avLst/>
          </a:prstGeom>
        </p:spPr>
        <p:txBody>
          <a:bodyPr vert="horz" wrap="square" lIns="0" tIns="12065" rIns="0" bIns="0" rtlCol="0">
            <a:spAutoFit/>
          </a:bodyPr>
          <a:lstStyle/>
          <a:p>
            <a:pPr marL="12700" algn="ctr">
              <a:lnSpc>
                <a:spcPct val="100000"/>
              </a:lnSpc>
              <a:spcBef>
                <a:spcPts val="95"/>
              </a:spcBef>
            </a:pPr>
            <a:r>
              <a:rPr b="1" spc="-30" dirty="0">
                <a:latin typeface="Trebuchet MS" panose="020B0603020202020204" pitchFamily="34" charset="0"/>
              </a:rPr>
              <a:t>Examples </a:t>
            </a:r>
            <a:r>
              <a:rPr b="1" dirty="0">
                <a:latin typeface="Trebuchet MS" panose="020B0603020202020204" pitchFamily="34" charset="0"/>
              </a:rPr>
              <a:t>of </a:t>
            </a:r>
            <a:r>
              <a:rPr b="1" spc="-20" dirty="0">
                <a:latin typeface="Trebuchet MS" panose="020B0603020202020204" pitchFamily="34" charset="0"/>
              </a:rPr>
              <a:t>Operating</a:t>
            </a:r>
            <a:r>
              <a:rPr b="1" spc="240" dirty="0">
                <a:latin typeface="Trebuchet MS" panose="020B0603020202020204" pitchFamily="34" charset="0"/>
              </a:rPr>
              <a:t> </a:t>
            </a:r>
            <a:r>
              <a:rPr b="1" spc="-50" dirty="0">
                <a:latin typeface="Trebuchet MS" panose="020B0603020202020204" pitchFamily="34" charset="0"/>
              </a:rPr>
              <a:t>Systems</a:t>
            </a:r>
          </a:p>
        </p:txBody>
      </p:sp>
      <p:pic>
        <p:nvPicPr>
          <p:cNvPr id="11" name="Picture 10">
            <a:extLst>
              <a:ext uri="{FF2B5EF4-FFF2-40B4-BE49-F238E27FC236}">
                <a16:creationId xmlns:a16="http://schemas.microsoft.com/office/drawing/2014/main" id="{7BA95A41-9D57-7A31-A86B-F3C4C0343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896095"/>
            <a:ext cx="7772400" cy="59771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1500" y="381000"/>
            <a:ext cx="8509000" cy="689291"/>
          </a:xfrm>
          <a:prstGeom prst="rect">
            <a:avLst/>
          </a:prstGeom>
        </p:spPr>
        <p:txBody>
          <a:bodyPr vert="horz" wrap="square" lIns="0" tIns="12065" rIns="0" bIns="0" rtlCol="0">
            <a:spAutoFit/>
          </a:bodyPr>
          <a:lstStyle/>
          <a:p>
            <a:pPr marL="12700" algn="ctr">
              <a:lnSpc>
                <a:spcPct val="100000"/>
              </a:lnSpc>
              <a:spcBef>
                <a:spcPts val="95"/>
              </a:spcBef>
            </a:pPr>
            <a:r>
              <a:rPr b="1" spc="-10" dirty="0">
                <a:latin typeface="Trebuchet MS" panose="020B0603020202020204" pitchFamily="34" charset="0"/>
              </a:rPr>
              <a:t>Goals </a:t>
            </a:r>
            <a:r>
              <a:rPr b="1" dirty="0">
                <a:latin typeface="Trebuchet MS" panose="020B0603020202020204" pitchFamily="34" charset="0"/>
              </a:rPr>
              <a:t>of </a:t>
            </a:r>
            <a:r>
              <a:rPr b="1" spc="-20" dirty="0">
                <a:latin typeface="Trebuchet MS" panose="020B0603020202020204" pitchFamily="34" charset="0"/>
              </a:rPr>
              <a:t>Operating</a:t>
            </a:r>
            <a:r>
              <a:rPr b="1" spc="180" dirty="0">
                <a:latin typeface="Trebuchet MS" panose="020B0603020202020204" pitchFamily="34" charset="0"/>
              </a:rPr>
              <a:t> </a:t>
            </a:r>
            <a:r>
              <a:rPr b="1" spc="-35" dirty="0">
                <a:latin typeface="Trebuchet MS" panose="020B0603020202020204" pitchFamily="34" charset="0"/>
              </a:rPr>
              <a:t>System</a:t>
            </a:r>
          </a:p>
        </p:txBody>
      </p:sp>
      <p:sp>
        <p:nvSpPr>
          <p:cNvPr id="3" name="object 3"/>
          <p:cNvSpPr txBox="1"/>
          <p:nvPr/>
        </p:nvSpPr>
        <p:spPr>
          <a:xfrm>
            <a:off x="304800" y="1371600"/>
            <a:ext cx="11201400" cy="4294252"/>
          </a:xfrm>
          <a:prstGeom prst="rect">
            <a:avLst/>
          </a:prstGeom>
        </p:spPr>
        <p:txBody>
          <a:bodyPr vert="horz" wrap="square" lIns="0" tIns="62865" rIns="0" bIns="0" rtlCol="0">
            <a:spAutoFit/>
          </a:bodyPr>
          <a:lstStyle/>
          <a:p>
            <a:pPr marL="698500" lvl="1" indent="-228600">
              <a:lnSpc>
                <a:spcPct val="150000"/>
              </a:lnSpc>
              <a:spcBef>
                <a:spcPts val="400"/>
              </a:spcBef>
              <a:buFont typeface="Wingdings"/>
              <a:buChar char=""/>
              <a:tabLst>
                <a:tab pos="698500" algn="l"/>
              </a:tabLst>
            </a:pPr>
            <a:r>
              <a:rPr lang="en-US" sz="3200" b="1" i="0" u="sng" dirty="0">
                <a:solidFill>
                  <a:srgbClr val="333333"/>
                </a:solidFill>
                <a:effectLst/>
                <a:latin typeface="Trebuchet MS" panose="020B0603020202020204" pitchFamily="34" charset="0"/>
              </a:rPr>
              <a:t>Primary Goal:</a:t>
            </a:r>
            <a:r>
              <a:rPr lang="en-US" sz="3200" b="0" i="0" u="sng" dirty="0">
                <a:solidFill>
                  <a:srgbClr val="333333"/>
                </a:solidFill>
                <a:effectLst/>
                <a:latin typeface="Trebuchet MS" panose="020B0603020202020204" pitchFamily="34" charset="0"/>
              </a:rPr>
              <a:t> </a:t>
            </a:r>
            <a:r>
              <a:rPr lang="en-US" sz="2400" b="0" i="0" dirty="0">
                <a:solidFill>
                  <a:srgbClr val="333333"/>
                </a:solidFill>
                <a:effectLst/>
                <a:latin typeface="Trebuchet MS" panose="020B0603020202020204" pitchFamily="34" charset="0"/>
              </a:rPr>
              <a:t>The primary goal of an Operating System is to provide a </a:t>
            </a:r>
            <a:r>
              <a:rPr lang="en-US" sz="2400" b="1" i="0" dirty="0">
                <a:solidFill>
                  <a:srgbClr val="00B050"/>
                </a:solidFill>
                <a:effectLst/>
                <a:latin typeface="Trebuchet MS" panose="020B0603020202020204" pitchFamily="34" charset="0"/>
              </a:rPr>
              <a:t>user-friendly and convenient environment.</a:t>
            </a:r>
          </a:p>
          <a:p>
            <a:pPr marL="698500" lvl="1" indent="-228600">
              <a:lnSpc>
                <a:spcPct val="150000"/>
              </a:lnSpc>
              <a:spcBef>
                <a:spcPts val="400"/>
              </a:spcBef>
              <a:buFont typeface="Wingdings"/>
              <a:buChar char=""/>
              <a:tabLst>
                <a:tab pos="698500" algn="l"/>
              </a:tabLst>
            </a:pPr>
            <a:r>
              <a:rPr lang="en-US" sz="3200" b="1" i="0" u="sng" dirty="0">
                <a:solidFill>
                  <a:srgbClr val="333333"/>
                </a:solidFill>
                <a:effectLst/>
                <a:latin typeface="Trebuchet MS" panose="020B0603020202020204" pitchFamily="34" charset="0"/>
              </a:rPr>
              <a:t>Secondary Goal:</a:t>
            </a:r>
            <a:r>
              <a:rPr lang="en-US" sz="3200" b="0" i="0" u="sng" dirty="0">
                <a:solidFill>
                  <a:srgbClr val="333333"/>
                </a:solidFill>
                <a:effectLst/>
                <a:latin typeface="Trebuchet MS" panose="020B0603020202020204" pitchFamily="34" charset="0"/>
              </a:rPr>
              <a:t> </a:t>
            </a:r>
            <a:r>
              <a:rPr lang="en-US" sz="2400" b="0" i="0" dirty="0">
                <a:solidFill>
                  <a:srgbClr val="333333"/>
                </a:solidFill>
                <a:effectLst/>
                <a:latin typeface="Trebuchet MS" panose="020B0603020202020204" pitchFamily="34" charset="0"/>
              </a:rPr>
              <a:t>The secondary goal of an Operating System is </a:t>
            </a:r>
            <a:r>
              <a:rPr lang="en-US" sz="2400" b="1" i="0" dirty="0">
                <a:solidFill>
                  <a:srgbClr val="00B050"/>
                </a:solidFill>
                <a:effectLst/>
                <a:latin typeface="Trebuchet MS" panose="020B0603020202020204" pitchFamily="34" charset="0"/>
              </a:rPr>
              <a:t>efficiency</a:t>
            </a:r>
            <a:r>
              <a:rPr lang="en-US" sz="2400" b="0" i="0" dirty="0">
                <a:solidFill>
                  <a:srgbClr val="333333"/>
                </a:solidFill>
                <a:effectLst/>
                <a:latin typeface="Trebuchet MS" panose="020B0603020202020204" pitchFamily="34" charset="0"/>
              </a:rPr>
              <a:t>. The Operating System should perform all the management of resources in such a way that the resources are fully utilized and no resource should be held idle if some request to that resource is there at that instant of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90800" y="2725077"/>
            <a:ext cx="7495032" cy="4035552"/>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209800" y="259081"/>
            <a:ext cx="7518400" cy="689291"/>
          </a:xfrm>
          <a:prstGeom prst="rect">
            <a:avLst/>
          </a:prstGeom>
        </p:spPr>
        <p:txBody>
          <a:bodyPr vert="horz" wrap="square" lIns="0" tIns="12065" rIns="0" bIns="0" rtlCol="0">
            <a:spAutoFit/>
          </a:bodyPr>
          <a:lstStyle/>
          <a:p>
            <a:pPr marL="12700">
              <a:lnSpc>
                <a:spcPct val="100000"/>
              </a:lnSpc>
              <a:spcBef>
                <a:spcPts val="95"/>
              </a:spcBef>
            </a:pPr>
            <a:r>
              <a:rPr b="1" dirty="0">
                <a:latin typeface="Trebuchet MS" panose="020B0603020202020204" pitchFamily="34" charset="0"/>
              </a:rPr>
              <a:t>Computer </a:t>
            </a:r>
            <a:r>
              <a:rPr b="1" spc="-35" dirty="0">
                <a:latin typeface="Trebuchet MS" panose="020B0603020202020204" pitchFamily="34" charset="0"/>
              </a:rPr>
              <a:t>System</a:t>
            </a:r>
            <a:r>
              <a:rPr b="1" spc="60" dirty="0">
                <a:latin typeface="Trebuchet MS" panose="020B0603020202020204" pitchFamily="34" charset="0"/>
              </a:rPr>
              <a:t> </a:t>
            </a:r>
            <a:r>
              <a:rPr b="1" spc="-30" dirty="0">
                <a:latin typeface="Trebuchet MS" panose="020B0603020202020204" pitchFamily="34" charset="0"/>
              </a:rPr>
              <a:t>Operation</a:t>
            </a:r>
          </a:p>
        </p:txBody>
      </p:sp>
      <p:sp>
        <p:nvSpPr>
          <p:cNvPr id="4" name="object 4"/>
          <p:cNvSpPr txBox="1"/>
          <p:nvPr/>
        </p:nvSpPr>
        <p:spPr>
          <a:xfrm>
            <a:off x="175260" y="948372"/>
            <a:ext cx="11841479" cy="1776705"/>
          </a:xfrm>
          <a:prstGeom prst="rect">
            <a:avLst/>
          </a:prstGeom>
        </p:spPr>
        <p:txBody>
          <a:bodyPr vert="horz" wrap="square" lIns="0" tIns="47625" rIns="0" bIns="0" rtlCol="0">
            <a:spAutoFit/>
          </a:bodyPr>
          <a:lstStyle/>
          <a:p>
            <a:pPr marL="12700" marR="5080" algn="ctr">
              <a:lnSpc>
                <a:spcPct val="150000"/>
              </a:lnSpc>
              <a:spcBef>
                <a:spcPts val="375"/>
              </a:spcBef>
              <a:tabLst>
                <a:tab pos="241300" algn="l"/>
                <a:tab pos="7463155" algn="l"/>
              </a:tabLst>
            </a:pPr>
            <a:r>
              <a:rPr sz="2600" dirty="0">
                <a:latin typeface="Times New Roman"/>
                <a:cs typeface="Times New Roman"/>
              </a:rPr>
              <a:t>A </a:t>
            </a:r>
            <a:r>
              <a:rPr sz="2600" spc="-5" dirty="0">
                <a:latin typeface="Times New Roman"/>
                <a:cs typeface="Times New Roman"/>
              </a:rPr>
              <a:t>modern </a:t>
            </a:r>
            <a:r>
              <a:rPr sz="2600" dirty="0">
                <a:latin typeface="Times New Roman"/>
                <a:cs typeface="Times New Roman"/>
              </a:rPr>
              <a:t>general purpose </a:t>
            </a:r>
            <a:r>
              <a:rPr sz="2600" spc="-5" dirty="0">
                <a:latin typeface="Times New Roman"/>
                <a:cs typeface="Times New Roman"/>
              </a:rPr>
              <a:t>computer </a:t>
            </a:r>
            <a:r>
              <a:rPr sz="2600" dirty="0">
                <a:latin typeface="Times New Roman"/>
                <a:cs typeface="Times New Roman"/>
              </a:rPr>
              <a:t>consists of </a:t>
            </a:r>
            <a:r>
              <a:rPr sz="2600" spc="5" dirty="0">
                <a:latin typeface="Times New Roman"/>
                <a:cs typeface="Times New Roman"/>
              </a:rPr>
              <a:t>one </a:t>
            </a:r>
            <a:r>
              <a:rPr sz="2600" dirty="0">
                <a:latin typeface="Times New Roman"/>
                <a:cs typeface="Times New Roman"/>
              </a:rPr>
              <a:t>or </a:t>
            </a:r>
            <a:r>
              <a:rPr sz="2600" spc="-5" dirty="0">
                <a:latin typeface="Times New Roman"/>
                <a:cs typeface="Times New Roman"/>
              </a:rPr>
              <a:t>more </a:t>
            </a:r>
            <a:r>
              <a:rPr sz="2600" dirty="0">
                <a:latin typeface="Times New Roman"/>
                <a:cs typeface="Times New Roman"/>
              </a:rPr>
              <a:t>CPUs and a </a:t>
            </a:r>
            <a:r>
              <a:rPr sz="2600" spc="-5" dirty="0">
                <a:latin typeface="Times New Roman"/>
                <a:cs typeface="Times New Roman"/>
              </a:rPr>
              <a:t>number </a:t>
            </a:r>
            <a:r>
              <a:rPr sz="2600" dirty="0">
                <a:latin typeface="Times New Roman"/>
                <a:cs typeface="Times New Roman"/>
              </a:rPr>
              <a:t>of</a:t>
            </a:r>
            <a:r>
              <a:rPr sz="2600" spc="254" dirty="0">
                <a:latin typeface="Times New Roman"/>
                <a:cs typeface="Times New Roman"/>
              </a:rPr>
              <a:t> </a:t>
            </a:r>
            <a:r>
              <a:rPr sz="2600" dirty="0">
                <a:latin typeface="Times New Roman"/>
                <a:cs typeface="Times New Roman"/>
              </a:rPr>
              <a:t>device  controllers connected through a </a:t>
            </a:r>
            <a:r>
              <a:rPr sz="2600" spc="-10" dirty="0">
                <a:latin typeface="Times New Roman"/>
                <a:cs typeface="Times New Roman"/>
              </a:rPr>
              <a:t>common </a:t>
            </a:r>
            <a:r>
              <a:rPr sz="2600" dirty="0">
                <a:latin typeface="Times New Roman"/>
                <a:cs typeface="Times New Roman"/>
              </a:rPr>
              <a:t>bus that provides </a:t>
            </a:r>
            <a:r>
              <a:rPr sz="2600" spc="-5" dirty="0">
                <a:latin typeface="Times New Roman"/>
                <a:cs typeface="Times New Roman"/>
              </a:rPr>
              <a:t>access</a:t>
            </a:r>
            <a:r>
              <a:rPr sz="2600" spc="-80" dirty="0">
                <a:latin typeface="Times New Roman"/>
                <a:cs typeface="Times New Roman"/>
              </a:rPr>
              <a:t> </a:t>
            </a:r>
            <a:r>
              <a:rPr sz="2600" dirty="0">
                <a:latin typeface="Times New Roman"/>
                <a:cs typeface="Times New Roman"/>
              </a:rPr>
              <a:t>to</a:t>
            </a:r>
            <a:r>
              <a:rPr sz="2600" spc="-10" dirty="0">
                <a:latin typeface="Times New Roman"/>
                <a:cs typeface="Times New Roman"/>
              </a:rPr>
              <a:t> </a:t>
            </a:r>
            <a:r>
              <a:rPr sz="2600" dirty="0">
                <a:latin typeface="Times New Roman"/>
                <a:cs typeface="Times New Roman"/>
              </a:rPr>
              <a:t>a</a:t>
            </a:r>
            <a:r>
              <a:rPr lang="en-US" sz="2600" dirty="0">
                <a:latin typeface="Times New Roman"/>
                <a:cs typeface="Times New Roman"/>
              </a:rPr>
              <a:t> </a:t>
            </a:r>
            <a:r>
              <a:rPr sz="2600" dirty="0">
                <a:latin typeface="Times New Roman"/>
                <a:cs typeface="Times New Roman"/>
              </a:rPr>
              <a:t>shared</a:t>
            </a:r>
            <a:r>
              <a:rPr sz="2600" spc="-35" dirty="0">
                <a:latin typeface="Times New Roman"/>
                <a:cs typeface="Times New Roman"/>
              </a:rPr>
              <a:t> </a:t>
            </a:r>
            <a:r>
              <a:rPr sz="2600" spc="-25" dirty="0">
                <a:latin typeface="Times New Roman"/>
                <a:cs typeface="Times New Roman"/>
              </a:rPr>
              <a:t>memory.</a:t>
            </a:r>
            <a:endParaRPr sz="2600" dirty="0">
              <a:latin typeface="Times New Roman"/>
              <a:cs typeface="Times New Roman"/>
            </a:endParaRPr>
          </a:p>
        </p:txBody>
      </p:sp>
      <p:sp>
        <p:nvSpPr>
          <p:cNvPr id="5" name="Speech Bubble: Oval 4">
            <a:extLst>
              <a:ext uri="{FF2B5EF4-FFF2-40B4-BE49-F238E27FC236}">
                <a16:creationId xmlns:a16="http://schemas.microsoft.com/office/drawing/2014/main" id="{0292B101-9BA1-2905-4D37-6787455B9015}"/>
              </a:ext>
            </a:extLst>
          </p:cNvPr>
          <p:cNvSpPr/>
          <p:nvPr/>
        </p:nvSpPr>
        <p:spPr>
          <a:xfrm>
            <a:off x="7467600" y="4876800"/>
            <a:ext cx="990600" cy="57912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36319" y="6172200"/>
            <a:ext cx="10058400" cy="27940"/>
          </a:xfrm>
          <a:custGeom>
            <a:avLst/>
            <a:gdLst/>
            <a:ahLst/>
            <a:cxnLst/>
            <a:rect l="l" t="t" r="r" b="b"/>
            <a:pathLst>
              <a:path w="10058400" h="27939">
                <a:moveTo>
                  <a:pt x="10058400" y="0"/>
                </a:moveTo>
                <a:lnTo>
                  <a:pt x="0" y="0"/>
                </a:lnTo>
                <a:lnTo>
                  <a:pt x="0" y="27431"/>
                </a:lnTo>
                <a:lnTo>
                  <a:pt x="10058400" y="27431"/>
                </a:lnTo>
                <a:lnTo>
                  <a:pt x="10058400" y="0"/>
                </a:lnTo>
                <a:close/>
              </a:path>
            </a:pathLst>
          </a:custGeom>
          <a:solidFill>
            <a:srgbClr val="AC0000"/>
          </a:solidFill>
        </p:spPr>
        <p:txBody>
          <a:bodyPr wrap="square" lIns="0" tIns="0" rIns="0" bIns="0" rtlCol="0"/>
          <a:lstStyle/>
          <a:p>
            <a:endParaRPr/>
          </a:p>
        </p:txBody>
      </p:sp>
      <p:sp>
        <p:nvSpPr>
          <p:cNvPr id="3" name="object 3"/>
          <p:cNvSpPr txBox="1"/>
          <p:nvPr/>
        </p:nvSpPr>
        <p:spPr>
          <a:xfrm>
            <a:off x="1005839" y="1219200"/>
            <a:ext cx="10546081" cy="3277179"/>
          </a:xfrm>
          <a:prstGeom prst="rect">
            <a:avLst/>
          </a:prstGeom>
        </p:spPr>
        <p:txBody>
          <a:bodyPr vert="horz" wrap="square" lIns="0" tIns="13335" rIns="0" bIns="0" rtlCol="0">
            <a:spAutoFit/>
          </a:bodyPr>
          <a:lstStyle/>
          <a:p>
            <a:pPr marL="469900" indent="-457200">
              <a:lnSpc>
                <a:spcPct val="150000"/>
              </a:lnSpc>
              <a:spcBef>
                <a:spcPts val="105"/>
              </a:spcBef>
              <a:buFont typeface="Arial" panose="020B0604020202020204" pitchFamily="34" charset="0"/>
              <a:buChar char="•"/>
              <a:tabLst>
                <a:tab pos="241300" algn="l"/>
              </a:tabLst>
            </a:pPr>
            <a:r>
              <a:rPr sz="3200" dirty="0">
                <a:latin typeface="Times New Roman"/>
                <a:cs typeface="Times New Roman"/>
              </a:rPr>
              <a:t>Each device controller is in </a:t>
            </a:r>
            <a:r>
              <a:rPr sz="3200" spc="-5" dirty="0">
                <a:latin typeface="Times New Roman"/>
                <a:cs typeface="Times New Roman"/>
              </a:rPr>
              <a:t>charge </a:t>
            </a:r>
            <a:r>
              <a:rPr sz="3200" dirty="0">
                <a:latin typeface="Times New Roman"/>
                <a:cs typeface="Times New Roman"/>
              </a:rPr>
              <a:t>of specific </a:t>
            </a:r>
            <a:r>
              <a:rPr sz="3200" spc="-5" dirty="0">
                <a:latin typeface="Times New Roman"/>
                <a:cs typeface="Times New Roman"/>
              </a:rPr>
              <a:t>type </a:t>
            </a:r>
            <a:r>
              <a:rPr sz="3200" dirty="0">
                <a:latin typeface="Times New Roman"/>
                <a:cs typeface="Times New Roman"/>
              </a:rPr>
              <a:t>of</a:t>
            </a:r>
            <a:r>
              <a:rPr sz="3200" spc="-185" dirty="0">
                <a:latin typeface="Times New Roman"/>
                <a:cs typeface="Times New Roman"/>
              </a:rPr>
              <a:t> </a:t>
            </a:r>
            <a:r>
              <a:rPr sz="3200" dirty="0">
                <a:latin typeface="Times New Roman"/>
                <a:cs typeface="Times New Roman"/>
              </a:rPr>
              <a:t>device.</a:t>
            </a:r>
          </a:p>
          <a:p>
            <a:pPr marL="469900" indent="-457200">
              <a:lnSpc>
                <a:spcPct val="150000"/>
              </a:lnSpc>
              <a:spcBef>
                <a:spcPts val="1595"/>
              </a:spcBef>
              <a:buFont typeface="Arial" panose="020B0604020202020204" pitchFamily="34" charset="0"/>
              <a:buChar char="•"/>
              <a:tabLst>
                <a:tab pos="241300" algn="l"/>
              </a:tabLst>
            </a:pPr>
            <a:r>
              <a:rPr sz="3200" dirty="0">
                <a:latin typeface="Times New Roman"/>
                <a:cs typeface="Times New Roman"/>
              </a:rPr>
              <a:t>The CPU and </a:t>
            </a:r>
            <a:r>
              <a:rPr lang="en-US" sz="3200" dirty="0">
                <a:latin typeface="Times New Roman"/>
                <a:cs typeface="Times New Roman"/>
              </a:rPr>
              <a:t>device </a:t>
            </a:r>
            <a:r>
              <a:rPr sz="3200" dirty="0">
                <a:latin typeface="Times New Roman"/>
                <a:cs typeface="Times New Roman"/>
              </a:rPr>
              <a:t>controllers can execute concurrently (at the </a:t>
            </a:r>
            <a:r>
              <a:rPr sz="3200" spc="-5" dirty="0">
                <a:latin typeface="Times New Roman"/>
                <a:cs typeface="Times New Roman"/>
              </a:rPr>
              <a:t>same </a:t>
            </a:r>
            <a:r>
              <a:rPr sz="3200" spc="-10" dirty="0">
                <a:latin typeface="Times New Roman"/>
                <a:cs typeface="Times New Roman"/>
              </a:rPr>
              <a:t>time </a:t>
            </a:r>
            <a:r>
              <a:rPr sz="3200" spc="-5" dirty="0">
                <a:latin typeface="Times New Roman"/>
                <a:cs typeface="Times New Roman"/>
              </a:rPr>
              <a:t>)competing </a:t>
            </a:r>
            <a:r>
              <a:rPr sz="3200" dirty="0">
                <a:latin typeface="Times New Roman"/>
                <a:cs typeface="Times New Roman"/>
              </a:rPr>
              <a:t>for</a:t>
            </a:r>
            <a:r>
              <a:rPr sz="3200" spc="340" dirty="0">
                <a:latin typeface="Times New Roman"/>
                <a:cs typeface="Times New Roman"/>
              </a:rPr>
              <a:t> </a:t>
            </a:r>
            <a:r>
              <a:rPr sz="3200" spc="-5" dirty="0">
                <a:latin typeface="Times New Roman"/>
                <a:cs typeface="Times New Roman"/>
              </a:rPr>
              <a:t>memory</a:t>
            </a:r>
            <a:r>
              <a:rPr lang="en-US" sz="3200" dirty="0">
                <a:latin typeface="Times New Roman"/>
                <a:cs typeface="Times New Roman"/>
              </a:rPr>
              <a:t> </a:t>
            </a:r>
            <a:r>
              <a:rPr sz="3200" spc="-5" dirty="0">
                <a:latin typeface="Times New Roman"/>
                <a:cs typeface="Times New Roman"/>
              </a:rPr>
              <a:t>cycles.</a:t>
            </a:r>
            <a:endParaRPr sz="3200" dirty="0">
              <a:latin typeface="Times New Roman"/>
              <a:cs typeface="Times New Roman"/>
            </a:endParaRPr>
          </a:p>
          <a:p>
            <a:pPr marL="469900" indent="-457200">
              <a:lnSpc>
                <a:spcPct val="150000"/>
              </a:lnSpc>
              <a:spcBef>
                <a:spcPts val="1500"/>
              </a:spcBef>
              <a:buFont typeface="Arial" panose="020B0604020202020204" pitchFamily="34" charset="0"/>
              <a:buChar char="•"/>
              <a:tabLst>
                <a:tab pos="241300" algn="l"/>
              </a:tabLst>
            </a:pPr>
            <a:r>
              <a:rPr sz="3200" spc="-5" dirty="0">
                <a:latin typeface="Times New Roman"/>
                <a:cs typeface="Times New Roman"/>
              </a:rPr>
              <a:t>Memory controller </a:t>
            </a:r>
            <a:r>
              <a:rPr sz="3200" dirty="0">
                <a:latin typeface="Times New Roman"/>
                <a:cs typeface="Times New Roman"/>
              </a:rPr>
              <a:t>synchronize </a:t>
            </a:r>
            <a:r>
              <a:rPr sz="3200" spc="-5" dirty="0">
                <a:latin typeface="Times New Roman"/>
                <a:cs typeface="Times New Roman"/>
              </a:rPr>
              <a:t>access </a:t>
            </a:r>
            <a:r>
              <a:rPr sz="3200" dirty="0">
                <a:latin typeface="Times New Roman"/>
                <a:cs typeface="Times New Roman"/>
              </a:rPr>
              <a:t>to the</a:t>
            </a:r>
            <a:r>
              <a:rPr sz="3200" spc="-100" dirty="0">
                <a:latin typeface="Times New Roman"/>
                <a:cs typeface="Times New Roman"/>
              </a:rPr>
              <a:t> </a:t>
            </a:r>
            <a:r>
              <a:rPr sz="3200" spc="-25" dirty="0">
                <a:latin typeface="Times New Roman"/>
                <a:cs typeface="Times New Roman"/>
              </a:rPr>
              <a:t>memory.</a:t>
            </a:r>
            <a:endParaRPr sz="32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36319" y="1531619"/>
            <a:ext cx="10058400" cy="5019040"/>
            <a:chOff x="1036319" y="1531619"/>
            <a:chExt cx="10058400" cy="5019040"/>
          </a:xfrm>
        </p:grpSpPr>
        <p:sp>
          <p:nvSpPr>
            <p:cNvPr id="3" name="object 3"/>
            <p:cNvSpPr/>
            <p:nvPr/>
          </p:nvSpPr>
          <p:spPr>
            <a:xfrm>
              <a:off x="1104899" y="1534667"/>
              <a:ext cx="6743700" cy="5012436"/>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7848600" y="1534667"/>
              <a:ext cx="696595" cy="5012690"/>
            </a:xfrm>
            <a:custGeom>
              <a:avLst/>
              <a:gdLst/>
              <a:ahLst/>
              <a:cxnLst/>
              <a:rect l="l" t="t" r="r" b="b"/>
              <a:pathLst>
                <a:path w="696595" h="5012690">
                  <a:moveTo>
                    <a:pt x="0" y="0"/>
                  </a:moveTo>
                  <a:lnTo>
                    <a:pt x="76707" y="1524"/>
                  </a:lnTo>
                  <a:lnTo>
                    <a:pt x="147066" y="5715"/>
                  </a:lnTo>
                  <a:lnTo>
                    <a:pt x="209169" y="12319"/>
                  </a:lnTo>
                  <a:lnTo>
                    <a:pt x="260984" y="20955"/>
                  </a:lnTo>
                  <a:lnTo>
                    <a:pt x="300354" y="31242"/>
                  </a:lnTo>
                  <a:lnTo>
                    <a:pt x="334391" y="55753"/>
                  </a:lnTo>
                  <a:lnTo>
                    <a:pt x="334391" y="768731"/>
                  </a:lnTo>
                  <a:lnTo>
                    <a:pt x="343280" y="781431"/>
                  </a:lnTo>
                  <a:lnTo>
                    <a:pt x="407797" y="803529"/>
                  </a:lnTo>
                  <a:lnTo>
                    <a:pt x="459613" y="812165"/>
                  </a:lnTo>
                  <a:lnTo>
                    <a:pt x="521716" y="818769"/>
                  </a:lnTo>
                  <a:lnTo>
                    <a:pt x="592074" y="822960"/>
                  </a:lnTo>
                  <a:lnTo>
                    <a:pt x="668781" y="824357"/>
                  </a:lnTo>
                  <a:lnTo>
                    <a:pt x="592074" y="825881"/>
                  </a:lnTo>
                  <a:lnTo>
                    <a:pt x="521716" y="830072"/>
                  </a:lnTo>
                  <a:lnTo>
                    <a:pt x="459613" y="836676"/>
                  </a:lnTo>
                  <a:lnTo>
                    <a:pt x="407797" y="845312"/>
                  </a:lnTo>
                  <a:lnTo>
                    <a:pt x="368426" y="855726"/>
                  </a:lnTo>
                  <a:lnTo>
                    <a:pt x="334391" y="880110"/>
                  </a:lnTo>
                  <a:lnTo>
                    <a:pt x="334391" y="1593088"/>
                  </a:lnTo>
                  <a:lnTo>
                    <a:pt x="325500" y="1605915"/>
                  </a:lnTo>
                  <a:lnTo>
                    <a:pt x="260984" y="1627886"/>
                  </a:lnTo>
                  <a:lnTo>
                    <a:pt x="209169" y="1636522"/>
                  </a:lnTo>
                  <a:lnTo>
                    <a:pt x="147066" y="1643126"/>
                  </a:lnTo>
                  <a:lnTo>
                    <a:pt x="76707" y="1647317"/>
                  </a:lnTo>
                  <a:lnTo>
                    <a:pt x="0" y="1648841"/>
                  </a:lnTo>
                </a:path>
                <a:path w="696595" h="5012690">
                  <a:moveTo>
                    <a:pt x="27431" y="1850136"/>
                  </a:moveTo>
                  <a:lnTo>
                    <a:pt x="104140" y="1851660"/>
                  </a:lnTo>
                  <a:lnTo>
                    <a:pt x="174498" y="1855851"/>
                  </a:lnTo>
                  <a:lnTo>
                    <a:pt x="236600" y="1862455"/>
                  </a:lnTo>
                  <a:lnTo>
                    <a:pt x="288417" y="1871091"/>
                  </a:lnTo>
                  <a:lnTo>
                    <a:pt x="327786" y="1881378"/>
                  </a:lnTo>
                  <a:lnTo>
                    <a:pt x="361823" y="1905889"/>
                  </a:lnTo>
                  <a:lnTo>
                    <a:pt x="361823" y="3375533"/>
                  </a:lnTo>
                  <a:lnTo>
                    <a:pt x="370713" y="3388360"/>
                  </a:lnTo>
                  <a:lnTo>
                    <a:pt x="435228" y="3410331"/>
                  </a:lnTo>
                  <a:lnTo>
                    <a:pt x="487045" y="3418967"/>
                  </a:lnTo>
                  <a:lnTo>
                    <a:pt x="549148" y="3425571"/>
                  </a:lnTo>
                  <a:lnTo>
                    <a:pt x="619505" y="3429762"/>
                  </a:lnTo>
                  <a:lnTo>
                    <a:pt x="696214" y="3431286"/>
                  </a:lnTo>
                  <a:lnTo>
                    <a:pt x="619505" y="3432810"/>
                  </a:lnTo>
                  <a:lnTo>
                    <a:pt x="549148" y="3437001"/>
                  </a:lnTo>
                  <a:lnTo>
                    <a:pt x="487045" y="3443605"/>
                  </a:lnTo>
                  <a:lnTo>
                    <a:pt x="435228" y="3452241"/>
                  </a:lnTo>
                  <a:lnTo>
                    <a:pt x="395858" y="3462528"/>
                  </a:lnTo>
                  <a:lnTo>
                    <a:pt x="361823" y="3487039"/>
                  </a:lnTo>
                  <a:lnTo>
                    <a:pt x="361823" y="4956683"/>
                  </a:lnTo>
                  <a:lnTo>
                    <a:pt x="352932" y="4969471"/>
                  </a:lnTo>
                  <a:lnTo>
                    <a:pt x="288417" y="4991557"/>
                  </a:lnTo>
                  <a:lnTo>
                    <a:pt x="236600" y="5000193"/>
                  </a:lnTo>
                  <a:lnTo>
                    <a:pt x="174498" y="5006771"/>
                  </a:lnTo>
                  <a:lnTo>
                    <a:pt x="104140" y="5010962"/>
                  </a:lnTo>
                  <a:lnTo>
                    <a:pt x="27431" y="5012436"/>
                  </a:lnTo>
                </a:path>
              </a:pathLst>
            </a:custGeom>
            <a:ln w="6096">
              <a:solidFill>
                <a:srgbClr val="0D6DC5"/>
              </a:solidFill>
            </a:ln>
          </p:spPr>
          <p:txBody>
            <a:bodyPr wrap="square" lIns="0" tIns="0" rIns="0" bIns="0" rtlCol="0"/>
            <a:lstStyle/>
            <a:p>
              <a:endParaRPr/>
            </a:p>
          </p:txBody>
        </p:sp>
      </p:grpSp>
      <p:sp>
        <p:nvSpPr>
          <p:cNvPr id="5" name="object 5"/>
          <p:cNvSpPr txBox="1">
            <a:spLocks noGrp="1"/>
          </p:cNvSpPr>
          <p:nvPr>
            <p:ph type="title"/>
          </p:nvPr>
        </p:nvSpPr>
        <p:spPr>
          <a:xfrm>
            <a:off x="3175000" y="104018"/>
            <a:ext cx="5842000" cy="689291"/>
          </a:xfrm>
          <a:prstGeom prst="rect">
            <a:avLst/>
          </a:prstGeom>
        </p:spPr>
        <p:txBody>
          <a:bodyPr vert="horz" wrap="square" lIns="0" tIns="12065" rIns="0" bIns="0" rtlCol="0">
            <a:spAutoFit/>
          </a:bodyPr>
          <a:lstStyle/>
          <a:p>
            <a:pPr marL="12700" algn="ctr">
              <a:lnSpc>
                <a:spcPct val="100000"/>
              </a:lnSpc>
              <a:spcBef>
                <a:spcPts val="95"/>
              </a:spcBef>
            </a:pPr>
            <a:r>
              <a:rPr b="1" spc="-25" dirty="0">
                <a:latin typeface="Trebuchet MS" panose="020B0603020202020204" pitchFamily="34" charset="0"/>
              </a:rPr>
              <a:t>Storage</a:t>
            </a:r>
            <a:r>
              <a:rPr b="1" spc="-80" dirty="0">
                <a:latin typeface="Trebuchet MS" panose="020B0603020202020204" pitchFamily="34" charset="0"/>
              </a:rPr>
              <a:t> </a:t>
            </a:r>
            <a:r>
              <a:rPr b="1" spc="-30" dirty="0">
                <a:latin typeface="Trebuchet MS" panose="020B0603020202020204" pitchFamily="34" charset="0"/>
              </a:rPr>
              <a:t>Structure</a:t>
            </a:r>
            <a:endParaRPr b="1" dirty="0">
              <a:latin typeface="Trebuchet MS" panose="020B0603020202020204" pitchFamily="34" charset="0"/>
            </a:endParaRPr>
          </a:p>
        </p:txBody>
      </p:sp>
      <p:sp>
        <p:nvSpPr>
          <p:cNvPr id="6" name="object 6"/>
          <p:cNvSpPr txBox="1"/>
          <p:nvPr/>
        </p:nvSpPr>
        <p:spPr>
          <a:xfrm>
            <a:off x="8625967" y="1642175"/>
            <a:ext cx="2110740" cy="1387475"/>
          </a:xfrm>
          <a:prstGeom prst="rect">
            <a:avLst/>
          </a:prstGeom>
        </p:spPr>
        <p:txBody>
          <a:bodyPr vert="horz" wrap="square" lIns="0" tIns="57150" rIns="0" bIns="0" rtlCol="0">
            <a:spAutoFit/>
          </a:bodyPr>
          <a:lstStyle/>
          <a:p>
            <a:pPr marL="12700">
              <a:lnSpc>
                <a:spcPct val="100000"/>
              </a:lnSpc>
              <a:spcBef>
                <a:spcPts val="450"/>
              </a:spcBef>
            </a:pPr>
            <a:r>
              <a:rPr sz="2400" b="1" spc="-95" dirty="0">
                <a:latin typeface="Arial"/>
                <a:cs typeface="Arial"/>
              </a:rPr>
              <a:t>Volatile:</a:t>
            </a:r>
            <a:endParaRPr sz="2400">
              <a:latin typeface="Arial"/>
              <a:cs typeface="Arial"/>
            </a:endParaRPr>
          </a:p>
          <a:p>
            <a:pPr marL="12700" marR="5080">
              <a:lnSpc>
                <a:spcPct val="100000"/>
              </a:lnSpc>
              <a:spcBef>
                <a:spcPts val="290"/>
              </a:spcBef>
            </a:pPr>
            <a:r>
              <a:rPr sz="2000" b="1" spc="-80" dirty="0">
                <a:latin typeface="Arial"/>
                <a:cs typeface="Arial"/>
              </a:rPr>
              <a:t>Loses </a:t>
            </a:r>
            <a:r>
              <a:rPr sz="2000" b="1" spc="-45" dirty="0">
                <a:latin typeface="Arial"/>
                <a:cs typeface="Arial"/>
              </a:rPr>
              <a:t>its</a:t>
            </a:r>
            <a:r>
              <a:rPr sz="2000" b="1" spc="-305" dirty="0">
                <a:latin typeface="Arial"/>
                <a:cs typeface="Arial"/>
              </a:rPr>
              <a:t> </a:t>
            </a:r>
            <a:r>
              <a:rPr sz="2000" b="1" spc="-45" dirty="0">
                <a:latin typeface="Arial"/>
                <a:cs typeface="Arial"/>
              </a:rPr>
              <a:t>contents  </a:t>
            </a:r>
            <a:r>
              <a:rPr sz="2000" b="1" spc="-65" dirty="0">
                <a:latin typeface="Arial"/>
                <a:cs typeface="Arial"/>
              </a:rPr>
              <a:t>when </a:t>
            </a:r>
            <a:r>
              <a:rPr sz="2000" b="1" spc="-50" dirty="0">
                <a:latin typeface="Arial"/>
                <a:cs typeface="Arial"/>
              </a:rPr>
              <a:t>power </a:t>
            </a:r>
            <a:r>
              <a:rPr sz="2000" b="1" spc="-60" dirty="0">
                <a:latin typeface="Arial"/>
                <a:cs typeface="Arial"/>
              </a:rPr>
              <a:t>is  </a:t>
            </a:r>
            <a:r>
              <a:rPr sz="2000" b="1" spc="-70" dirty="0">
                <a:latin typeface="Arial"/>
                <a:cs typeface="Arial"/>
              </a:rPr>
              <a:t>removed.</a:t>
            </a:r>
            <a:endParaRPr sz="2000">
              <a:latin typeface="Arial"/>
              <a:cs typeface="Arial"/>
            </a:endParaRPr>
          </a:p>
        </p:txBody>
      </p:sp>
      <p:sp>
        <p:nvSpPr>
          <p:cNvPr id="7" name="object 7"/>
          <p:cNvSpPr txBox="1"/>
          <p:nvPr/>
        </p:nvSpPr>
        <p:spPr>
          <a:xfrm>
            <a:off x="8653018" y="4068571"/>
            <a:ext cx="2255520" cy="1306830"/>
          </a:xfrm>
          <a:prstGeom prst="rect">
            <a:avLst/>
          </a:prstGeom>
        </p:spPr>
        <p:txBody>
          <a:bodyPr vert="horz" wrap="square" lIns="0" tIns="12700" rIns="0" bIns="0" rtlCol="0">
            <a:spAutoFit/>
          </a:bodyPr>
          <a:lstStyle/>
          <a:p>
            <a:pPr marL="12700" marR="5080">
              <a:lnSpc>
                <a:spcPct val="100000"/>
              </a:lnSpc>
              <a:spcBef>
                <a:spcPts val="100"/>
              </a:spcBef>
            </a:pPr>
            <a:r>
              <a:rPr sz="2400" b="1" spc="-45" dirty="0">
                <a:latin typeface="Arial"/>
                <a:cs typeface="Arial"/>
              </a:rPr>
              <a:t>Non </a:t>
            </a:r>
            <a:r>
              <a:rPr sz="2400" b="1" spc="-95" dirty="0">
                <a:latin typeface="Arial"/>
                <a:cs typeface="Arial"/>
              </a:rPr>
              <a:t>Volatile:  </a:t>
            </a:r>
            <a:r>
              <a:rPr sz="2000" b="1" spc="-50" dirty="0">
                <a:latin typeface="Arial"/>
                <a:cs typeface="Arial"/>
              </a:rPr>
              <a:t>Retain </a:t>
            </a:r>
            <a:r>
              <a:rPr sz="2000" b="1" spc="-45" dirty="0">
                <a:latin typeface="Arial"/>
                <a:cs typeface="Arial"/>
              </a:rPr>
              <a:t>its contents  </a:t>
            </a:r>
            <a:r>
              <a:rPr sz="2000" b="1" spc="-55" dirty="0">
                <a:latin typeface="Arial"/>
                <a:cs typeface="Arial"/>
              </a:rPr>
              <a:t>even</a:t>
            </a:r>
            <a:r>
              <a:rPr sz="2000" b="1" spc="-180" dirty="0">
                <a:latin typeface="Arial"/>
                <a:cs typeface="Arial"/>
              </a:rPr>
              <a:t> </a:t>
            </a:r>
            <a:r>
              <a:rPr sz="2000" b="1" spc="-60" dirty="0">
                <a:latin typeface="Arial"/>
                <a:cs typeface="Arial"/>
              </a:rPr>
              <a:t>when</a:t>
            </a:r>
            <a:r>
              <a:rPr sz="2000" b="1" spc="-260" dirty="0">
                <a:latin typeface="Arial"/>
                <a:cs typeface="Arial"/>
              </a:rPr>
              <a:t> </a:t>
            </a:r>
            <a:r>
              <a:rPr sz="2000" b="1" spc="-50" dirty="0">
                <a:latin typeface="Arial"/>
                <a:cs typeface="Arial"/>
              </a:rPr>
              <a:t>power</a:t>
            </a:r>
            <a:r>
              <a:rPr sz="2000" b="1" spc="-210" dirty="0">
                <a:latin typeface="Arial"/>
                <a:cs typeface="Arial"/>
              </a:rPr>
              <a:t> </a:t>
            </a:r>
            <a:r>
              <a:rPr sz="2000" b="1" spc="-55" dirty="0">
                <a:latin typeface="Arial"/>
                <a:cs typeface="Arial"/>
              </a:rPr>
              <a:t>is  </a:t>
            </a:r>
            <a:r>
              <a:rPr sz="2000" b="1" spc="-70" dirty="0">
                <a:latin typeface="Arial"/>
                <a:cs typeface="Arial"/>
              </a:rPr>
              <a:t>removed.</a:t>
            </a:r>
            <a:endParaRPr sz="2000" dirty="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A39230-03DF-8A4F-F313-5765C4DBB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3"/>
            <a:ext cx="12192000" cy="6854653"/>
          </a:xfrm>
          <a:prstGeom prst="rect">
            <a:avLst/>
          </a:prstGeom>
        </p:spPr>
      </p:pic>
    </p:spTree>
    <p:extLst>
      <p:ext uri="{BB962C8B-B14F-4D97-AF65-F5344CB8AC3E}">
        <p14:creationId xmlns:p14="http://schemas.microsoft.com/office/powerpoint/2010/main" val="1577733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9000" y="0"/>
            <a:ext cx="10414000" cy="689291"/>
          </a:xfrm>
          <a:prstGeom prst="rect">
            <a:avLst/>
          </a:prstGeom>
        </p:spPr>
        <p:txBody>
          <a:bodyPr vert="horz" wrap="square" lIns="0" tIns="12065" rIns="0" bIns="0" rtlCol="0">
            <a:spAutoFit/>
          </a:bodyPr>
          <a:lstStyle/>
          <a:p>
            <a:pPr marL="12700" algn="ctr">
              <a:lnSpc>
                <a:spcPct val="100000"/>
              </a:lnSpc>
              <a:spcBef>
                <a:spcPts val="95"/>
              </a:spcBef>
            </a:pPr>
            <a:r>
              <a:rPr b="1" spc="-35" dirty="0">
                <a:latin typeface="Trebuchet MS" panose="020B0603020202020204" pitchFamily="34" charset="0"/>
              </a:rPr>
              <a:t>Types </a:t>
            </a:r>
            <a:r>
              <a:rPr b="1" dirty="0">
                <a:latin typeface="Trebuchet MS" panose="020B0603020202020204" pitchFamily="34" charset="0"/>
              </a:rPr>
              <a:t>of </a:t>
            </a:r>
            <a:r>
              <a:rPr b="1" spc="-20" dirty="0">
                <a:latin typeface="Trebuchet MS" panose="020B0603020202020204" pitchFamily="34" charset="0"/>
              </a:rPr>
              <a:t>Operating</a:t>
            </a:r>
            <a:r>
              <a:rPr b="1" spc="150" dirty="0">
                <a:latin typeface="Trebuchet MS" panose="020B0603020202020204" pitchFamily="34" charset="0"/>
              </a:rPr>
              <a:t> </a:t>
            </a:r>
            <a:r>
              <a:rPr b="1" spc="-35" dirty="0">
                <a:latin typeface="Trebuchet MS" panose="020B0603020202020204" pitchFamily="34" charset="0"/>
              </a:rPr>
              <a:t>System</a:t>
            </a:r>
          </a:p>
        </p:txBody>
      </p:sp>
      <p:graphicFrame>
        <p:nvGraphicFramePr>
          <p:cNvPr id="4" name="Diagram 3">
            <a:extLst>
              <a:ext uri="{FF2B5EF4-FFF2-40B4-BE49-F238E27FC236}">
                <a16:creationId xmlns:a16="http://schemas.microsoft.com/office/drawing/2014/main" id="{F4B3CD40-D3C2-0E60-9B5B-9125C2A99F56}"/>
              </a:ext>
            </a:extLst>
          </p:cNvPr>
          <p:cNvGraphicFramePr/>
          <p:nvPr>
            <p:extLst>
              <p:ext uri="{D42A27DB-BD31-4B8C-83A1-F6EECF244321}">
                <p14:modId xmlns:p14="http://schemas.microsoft.com/office/powerpoint/2010/main" val="538177210"/>
              </p:ext>
            </p:extLst>
          </p:nvPr>
        </p:nvGraphicFramePr>
        <p:xfrm>
          <a:off x="1536700" y="838200"/>
          <a:ext cx="9118600" cy="601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228600"/>
            <a:ext cx="8128000" cy="689291"/>
          </a:xfrm>
          <a:prstGeom prst="rect">
            <a:avLst/>
          </a:prstGeom>
        </p:spPr>
        <p:txBody>
          <a:bodyPr vert="horz" wrap="square" lIns="0" tIns="12065" rIns="0" bIns="0" rtlCol="0">
            <a:spAutoFit/>
          </a:bodyPr>
          <a:lstStyle/>
          <a:p>
            <a:pPr marL="12700" algn="ctr">
              <a:lnSpc>
                <a:spcPct val="100000"/>
              </a:lnSpc>
              <a:spcBef>
                <a:spcPts val="95"/>
              </a:spcBef>
            </a:pPr>
            <a:r>
              <a:rPr b="1" spc="-35" dirty="0">
                <a:latin typeface="Trebuchet MS" panose="020B0603020202020204" pitchFamily="34" charset="0"/>
              </a:rPr>
              <a:t>Batch </a:t>
            </a:r>
            <a:r>
              <a:rPr b="1" spc="-20" dirty="0">
                <a:latin typeface="Trebuchet MS" panose="020B0603020202020204" pitchFamily="34" charset="0"/>
              </a:rPr>
              <a:t>Operating</a:t>
            </a:r>
            <a:r>
              <a:rPr b="1" spc="75" dirty="0">
                <a:latin typeface="Trebuchet MS" panose="020B0603020202020204" pitchFamily="34" charset="0"/>
              </a:rPr>
              <a:t> </a:t>
            </a:r>
            <a:r>
              <a:rPr b="1" spc="-35" dirty="0">
                <a:latin typeface="Trebuchet MS" panose="020B0603020202020204" pitchFamily="34" charset="0"/>
              </a:rPr>
              <a:t>System</a:t>
            </a:r>
          </a:p>
        </p:txBody>
      </p:sp>
      <p:sp>
        <p:nvSpPr>
          <p:cNvPr id="3" name="object 3"/>
          <p:cNvSpPr txBox="1"/>
          <p:nvPr/>
        </p:nvSpPr>
        <p:spPr>
          <a:xfrm>
            <a:off x="622300" y="1240259"/>
            <a:ext cx="10947400" cy="2188741"/>
          </a:xfrm>
          <a:prstGeom prst="rect">
            <a:avLst/>
          </a:prstGeom>
        </p:spPr>
        <p:txBody>
          <a:bodyPr vert="horz" wrap="square" lIns="0" tIns="13335" rIns="0" bIns="0" rtlCol="0">
            <a:spAutoFit/>
          </a:bodyPr>
          <a:lstStyle/>
          <a:p>
            <a:pPr marL="355600" indent="-342900">
              <a:lnSpc>
                <a:spcPct val="150000"/>
              </a:lnSpc>
              <a:spcBef>
                <a:spcPts val="105"/>
              </a:spcBef>
              <a:buFont typeface="Arial" panose="020B0604020202020204" pitchFamily="34" charset="0"/>
              <a:buChar char="•"/>
              <a:tabLst>
                <a:tab pos="241300" algn="l"/>
              </a:tabLst>
            </a:pPr>
            <a:r>
              <a:rPr lang="en-US" sz="2400" dirty="0">
                <a:latin typeface="Times New Roman"/>
                <a:cs typeface="Times New Roman"/>
              </a:rPr>
              <a:t>This type of operating system does not interact with the computer directly.</a:t>
            </a:r>
          </a:p>
          <a:p>
            <a:pPr marL="355600" indent="-342900">
              <a:lnSpc>
                <a:spcPct val="150000"/>
              </a:lnSpc>
              <a:spcBef>
                <a:spcPts val="105"/>
              </a:spcBef>
              <a:buFont typeface="Arial" panose="020B0604020202020204" pitchFamily="34" charset="0"/>
              <a:buChar char="•"/>
              <a:tabLst>
                <a:tab pos="241300" algn="l"/>
              </a:tabLst>
            </a:pPr>
            <a:r>
              <a:rPr lang="en-US" sz="2400" dirty="0">
                <a:latin typeface="Times New Roman"/>
                <a:cs typeface="Times New Roman"/>
              </a:rPr>
              <a:t> There is an operator which takes similar jobs having the same requirement and group them into batches.</a:t>
            </a:r>
          </a:p>
          <a:p>
            <a:pPr marL="355600" indent="-342900">
              <a:lnSpc>
                <a:spcPct val="150000"/>
              </a:lnSpc>
              <a:spcBef>
                <a:spcPts val="105"/>
              </a:spcBef>
              <a:buFont typeface="Arial" panose="020B0604020202020204" pitchFamily="34" charset="0"/>
              <a:buChar char="•"/>
              <a:tabLst>
                <a:tab pos="241300" algn="l"/>
              </a:tabLst>
            </a:pPr>
            <a:r>
              <a:rPr lang="en-US" sz="2400" dirty="0">
                <a:latin typeface="Times New Roman"/>
                <a:cs typeface="Times New Roman"/>
              </a:rPr>
              <a:t> It is the responsibility of the operator to sort jobs with similar needs.</a:t>
            </a:r>
            <a:r>
              <a:rPr lang="en-US" sz="2000" dirty="0">
                <a:latin typeface="Times New Roman"/>
                <a:cs typeface="Times New Roman"/>
              </a:rPr>
              <a:t> </a:t>
            </a:r>
            <a:endParaRPr sz="2000" dirty="0">
              <a:latin typeface="Times New Roman"/>
              <a:cs typeface="Times New Roman"/>
            </a:endParaRPr>
          </a:p>
        </p:txBody>
      </p:sp>
      <p:pic>
        <p:nvPicPr>
          <p:cNvPr id="5" name="Picture 4">
            <a:extLst>
              <a:ext uri="{FF2B5EF4-FFF2-40B4-BE49-F238E27FC236}">
                <a16:creationId xmlns:a16="http://schemas.microsoft.com/office/drawing/2014/main" id="{294EF7C2-3A22-015C-E42B-2D21988C44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0625" y="3766608"/>
            <a:ext cx="4730750" cy="29483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3500" y="329884"/>
            <a:ext cx="6985000" cy="689291"/>
          </a:xfrm>
          <a:prstGeom prst="rect">
            <a:avLst/>
          </a:prstGeom>
        </p:spPr>
        <p:txBody>
          <a:bodyPr vert="horz" wrap="square" lIns="0" tIns="12065" rIns="0" bIns="0" rtlCol="0">
            <a:spAutoFit/>
          </a:bodyPr>
          <a:lstStyle/>
          <a:p>
            <a:pPr marL="12700" algn="ctr">
              <a:lnSpc>
                <a:spcPct val="100000"/>
              </a:lnSpc>
              <a:spcBef>
                <a:spcPts val="95"/>
              </a:spcBef>
            </a:pPr>
            <a:r>
              <a:rPr b="1" dirty="0">
                <a:latin typeface="Trebuchet MS" panose="020B0603020202020204" pitchFamily="34" charset="0"/>
              </a:rPr>
              <a:t>Mu</a:t>
            </a:r>
            <a:r>
              <a:rPr b="1" spc="5" dirty="0">
                <a:latin typeface="Trebuchet MS" panose="020B0603020202020204" pitchFamily="34" charset="0"/>
              </a:rPr>
              <a:t>l</a:t>
            </a:r>
            <a:r>
              <a:rPr b="1" dirty="0">
                <a:latin typeface="Trebuchet MS" panose="020B0603020202020204" pitchFamily="34" charset="0"/>
              </a:rPr>
              <a:t>t</a:t>
            </a:r>
            <a:r>
              <a:rPr b="1" spc="5" dirty="0">
                <a:latin typeface="Trebuchet MS" panose="020B0603020202020204" pitchFamily="34" charset="0"/>
              </a:rPr>
              <a:t>i</a:t>
            </a:r>
            <a:r>
              <a:rPr b="1" dirty="0">
                <a:latin typeface="Trebuchet MS" panose="020B0603020202020204" pitchFamily="34" charset="0"/>
              </a:rPr>
              <a:t>p</a:t>
            </a:r>
            <a:r>
              <a:rPr b="1" spc="-5" dirty="0">
                <a:latin typeface="Trebuchet MS" panose="020B0603020202020204" pitchFamily="34" charset="0"/>
              </a:rPr>
              <a:t>r</a:t>
            </a:r>
            <a:r>
              <a:rPr b="1" spc="5" dirty="0">
                <a:latin typeface="Trebuchet MS" panose="020B0603020202020204" pitchFamily="34" charset="0"/>
              </a:rPr>
              <a:t>o</a:t>
            </a:r>
            <a:r>
              <a:rPr b="1" dirty="0">
                <a:latin typeface="Trebuchet MS" panose="020B0603020202020204" pitchFamily="34" charset="0"/>
              </a:rPr>
              <a:t>g</a:t>
            </a:r>
            <a:r>
              <a:rPr b="1" spc="-5" dirty="0">
                <a:latin typeface="Trebuchet MS" panose="020B0603020202020204" pitchFamily="34" charset="0"/>
              </a:rPr>
              <a:t>r</a:t>
            </a:r>
            <a:r>
              <a:rPr b="1" dirty="0">
                <a:latin typeface="Trebuchet MS" panose="020B0603020202020204" pitchFamily="34" charset="0"/>
              </a:rPr>
              <a:t>a</a:t>
            </a:r>
            <a:r>
              <a:rPr b="1" spc="5" dirty="0">
                <a:latin typeface="Trebuchet MS" panose="020B0603020202020204" pitchFamily="34" charset="0"/>
              </a:rPr>
              <a:t>mmi</a:t>
            </a:r>
            <a:r>
              <a:rPr b="1" dirty="0">
                <a:latin typeface="Trebuchet MS" panose="020B0603020202020204" pitchFamily="34" charset="0"/>
              </a:rPr>
              <a:t>n</a:t>
            </a:r>
            <a:r>
              <a:rPr b="1" spc="-5" dirty="0">
                <a:latin typeface="Trebuchet MS" panose="020B0603020202020204" pitchFamily="34" charset="0"/>
              </a:rPr>
              <a:t>g</a:t>
            </a:r>
          </a:p>
        </p:txBody>
      </p:sp>
      <p:sp>
        <p:nvSpPr>
          <p:cNvPr id="3" name="object 3"/>
          <p:cNvSpPr txBox="1"/>
          <p:nvPr/>
        </p:nvSpPr>
        <p:spPr>
          <a:xfrm>
            <a:off x="533400" y="1587500"/>
            <a:ext cx="6553200" cy="4958730"/>
          </a:xfrm>
          <a:prstGeom prst="rect">
            <a:avLst/>
          </a:prstGeom>
        </p:spPr>
        <p:txBody>
          <a:bodyPr vert="horz" wrap="square" lIns="0" tIns="13335" rIns="0" bIns="0" rtlCol="0">
            <a:spAutoFit/>
          </a:bodyPr>
          <a:lstStyle/>
          <a:p>
            <a:pPr marL="241300" indent="-228600">
              <a:lnSpc>
                <a:spcPct val="150000"/>
              </a:lnSpc>
              <a:spcBef>
                <a:spcPts val="105"/>
              </a:spcBef>
              <a:buFont typeface="Wingdings"/>
              <a:buChar char=""/>
              <a:tabLst>
                <a:tab pos="241300" algn="l"/>
              </a:tabLst>
            </a:pPr>
            <a:r>
              <a:rPr lang="en-US" sz="2400" dirty="0">
                <a:latin typeface="Times New Roman"/>
                <a:cs typeface="Times New Roman"/>
              </a:rPr>
              <a:t>An operating system that is capable of running multiple programs on a single processor is known as a multiprogramming operating system.</a:t>
            </a:r>
          </a:p>
          <a:p>
            <a:pPr marL="241300" indent="-228600">
              <a:lnSpc>
                <a:spcPct val="150000"/>
              </a:lnSpc>
              <a:spcBef>
                <a:spcPts val="105"/>
              </a:spcBef>
              <a:buFont typeface="Wingdings"/>
              <a:buChar char=""/>
              <a:tabLst>
                <a:tab pos="241300" algn="l"/>
              </a:tabLst>
            </a:pPr>
            <a:r>
              <a:rPr lang="en-US" sz="2400" dirty="0">
                <a:latin typeface="Times New Roman"/>
                <a:cs typeface="Times New Roman"/>
              </a:rPr>
              <a:t> If a program has to wait for an I/O transfer in a multiprogramming operating system, other programs utilize the CPU and other resources meanwhile.</a:t>
            </a:r>
          </a:p>
          <a:p>
            <a:pPr marL="241300" indent="-228600">
              <a:lnSpc>
                <a:spcPct val="150000"/>
              </a:lnSpc>
              <a:spcBef>
                <a:spcPts val="105"/>
              </a:spcBef>
              <a:buFont typeface="Wingdings"/>
              <a:buChar char=""/>
              <a:tabLst>
                <a:tab pos="241300" algn="l"/>
              </a:tabLst>
            </a:pPr>
            <a:r>
              <a:rPr lang="en-US" sz="2400" dirty="0">
                <a:latin typeface="Times New Roman"/>
                <a:cs typeface="Times New Roman"/>
              </a:rPr>
              <a:t>One of the major aims of multiprogramming is to manage the various resources of the entire system</a:t>
            </a:r>
          </a:p>
        </p:txBody>
      </p:sp>
      <p:graphicFrame>
        <p:nvGraphicFramePr>
          <p:cNvPr id="4" name="object 4"/>
          <p:cNvGraphicFramePr>
            <a:graphicFrameLocks noGrp="1"/>
          </p:cNvGraphicFramePr>
          <p:nvPr/>
        </p:nvGraphicFramePr>
        <p:xfrm>
          <a:off x="9015476" y="1587500"/>
          <a:ext cx="2057400" cy="3302000"/>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tblGrid>
              <a:tr h="660400">
                <a:tc>
                  <a:txBody>
                    <a:bodyPr/>
                    <a:lstStyle/>
                    <a:p>
                      <a:pPr marL="734060" marR="296545" indent="-375285">
                        <a:lnSpc>
                          <a:spcPct val="100000"/>
                        </a:lnSpc>
                        <a:spcBef>
                          <a:spcPts val="400"/>
                        </a:spcBef>
                      </a:pPr>
                      <a:r>
                        <a:rPr sz="1800" b="1" spc="-40" dirty="0">
                          <a:latin typeface="Arial"/>
                          <a:cs typeface="Arial"/>
                        </a:rPr>
                        <a:t>Main</a:t>
                      </a:r>
                      <a:r>
                        <a:rPr sz="1800" b="1" spc="-215" dirty="0">
                          <a:latin typeface="Arial"/>
                          <a:cs typeface="Arial"/>
                        </a:rPr>
                        <a:t> </a:t>
                      </a:r>
                      <a:r>
                        <a:rPr sz="1800" b="1" spc="-45" dirty="0">
                          <a:latin typeface="Arial"/>
                          <a:cs typeface="Arial"/>
                        </a:rPr>
                        <a:t>Memory  </a:t>
                      </a:r>
                      <a:r>
                        <a:rPr sz="1800" b="1" spc="-105" dirty="0">
                          <a:latin typeface="Arial"/>
                          <a:cs typeface="Arial"/>
                        </a:rPr>
                        <a:t>(RAM)</a:t>
                      </a:r>
                      <a:endParaRPr sz="1800" dirty="0">
                        <a:latin typeface="Arial"/>
                        <a:cs typeface="Arial"/>
                      </a:endParaRPr>
                    </a:p>
                  </a:txBody>
                  <a:tcPr marL="0" marR="0" marT="50800" marB="0">
                    <a:lnL w="12700">
                      <a:solidFill>
                        <a:srgbClr val="0D6DC5"/>
                      </a:solidFill>
                      <a:prstDash val="solid"/>
                    </a:lnL>
                    <a:lnR w="12700">
                      <a:solidFill>
                        <a:srgbClr val="0D6DC5"/>
                      </a:solidFill>
                      <a:prstDash val="solid"/>
                    </a:lnR>
                    <a:lnT w="12700">
                      <a:solidFill>
                        <a:srgbClr val="0D6DC5"/>
                      </a:solidFill>
                      <a:prstDash val="solid"/>
                    </a:lnT>
                    <a:lnB w="12700">
                      <a:solidFill>
                        <a:srgbClr val="0D6DC5"/>
                      </a:solidFill>
                      <a:prstDash val="solid"/>
                    </a:lnB>
                    <a:solidFill>
                      <a:srgbClr val="E7EBF5"/>
                    </a:solidFill>
                  </a:tcPr>
                </a:tc>
                <a:extLst>
                  <a:ext uri="{0D108BD9-81ED-4DB2-BD59-A6C34878D82A}">
                    <a16:rowId xmlns:a16="http://schemas.microsoft.com/office/drawing/2014/main" val="10000"/>
                  </a:ext>
                </a:extLst>
              </a:tr>
              <a:tr h="660400">
                <a:tc>
                  <a:txBody>
                    <a:bodyPr/>
                    <a:lstStyle/>
                    <a:p>
                      <a:pPr marL="37465" algn="ctr">
                        <a:lnSpc>
                          <a:spcPct val="100000"/>
                        </a:lnSpc>
                        <a:spcBef>
                          <a:spcPts val="1420"/>
                        </a:spcBef>
                      </a:pPr>
                      <a:r>
                        <a:rPr sz="1800" spc="-140" dirty="0">
                          <a:latin typeface="Arial Black"/>
                          <a:cs typeface="Arial Black"/>
                        </a:rPr>
                        <a:t>Job</a:t>
                      </a:r>
                      <a:r>
                        <a:rPr sz="1800" spc="-280" dirty="0">
                          <a:latin typeface="Arial Black"/>
                          <a:cs typeface="Arial Black"/>
                        </a:rPr>
                        <a:t> </a:t>
                      </a:r>
                      <a:r>
                        <a:rPr sz="1800" dirty="0">
                          <a:latin typeface="Arial Black"/>
                          <a:cs typeface="Arial Black"/>
                        </a:rPr>
                        <a:t>1</a:t>
                      </a:r>
                      <a:endParaRPr sz="1800">
                        <a:latin typeface="Arial Black"/>
                        <a:cs typeface="Arial Black"/>
                      </a:endParaRPr>
                    </a:p>
                  </a:txBody>
                  <a:tcPr marL="0" marR="0" marT="180340" marB="0">
                    <a:lnL w="12700">
                      <a:solidFill>
                        <a:srgbClr val="0D6DC5"/>
                      </a:solidFill>
                      <a:prstDash val="solid"/>
                    </a:lnL>
                    <a:lnR w="12700">
                      <a:solidFill>
                        <a:srgbClr val="0D6DC5"/>
                      </a:solidFill>
                      <a:prstDash val="solid"/>
                    </a:lnR>
                    <a:lnT w="12700">
                      <a:solidFill>
                        <a:srgbClr val="0D6DC5"/>
                      </a:solidFill>
                      <a:prstDash val="solid"/>
                    </a:lnT>
                    <a:lnB w="12700">
                      <a:solidFill>
                        <a:srgbClr val="0D6DC5"/>
                      </a:solidFill>
                      <a:prstDash val="solid"/>
                    </a:lnB>
                    <a:solidFill>
                      <a:srgbClr val="CCD3EA"/>
                    </a:solidFill>
                  </a:tcPr>
                </a:tc>
                <a:extLst>
                  <a:ext uri="{0D108BD9-81ED-4DB2-BD59-A6C34878D82A}">
                    <a16:rowId xmlns:a16="http://schemas.microsoft.com/office/drawing/2014/main" val="10001"/>
                  </a:ext>
                </a:extLst>
              </a:tr>
              <a:tr h="660400">
                <a:tc>
                  <a:txBody>
                    <a:bodyPr/>
                    <a:lstStyle/>
                    <a:p>
                      <a:pPr marL="37465" algn="ctr">
                        <a:lnSpc>
                          <a:spcPct val="100000"/>
                        </a:lnSpc>
                        <a:spcBef>
                          <a:spcPts val="1420"/>
                        </a:spcBef>
                      </a:pPr>
                      <a:r>
                        <a:rPr sz="1800" spc="-140" dirty="0">
                          <a:latin typeface="Arial Black"/>
                          <a:cs typeface="Arial Black"/>
                        </a:rPr>
                        <a:t>Job</a:t>
                      </a:r>
                      <a:r>
                        <a:rPr sz="1800" spc="-280" dirty="0">
                          <a:latin typeface="Arial Black"/>
                          <a:cs typeface="Arial Black"/>
                        </a:rPr>
                        <a:t> </a:t>
                      </a:r>
                      <a:r>
                        <a:rPr sz="1800" dirty="0">
                          <a:latin typeface="Arial Black"/>
                          <a:cs typeface="Arial Black"/>
                        </a:rPr>
                        <a:t>2</a:t>
                      </a:r>
                      <a:endParaRPr sz="1800">
                        <a:latin typeface="Arial Black"/>
                        <a:cs typeface="Arial Black"/>
                      </a:endParaRPr>
                    </a:p>
                  </a:txBody>
                  <a:tcPr marL="0" marR="0" marT="180340" marB="0">
                    <a:lnL w="12700">
                      <a:solidFill>
                        <a:srgbClr val="0D6DC5"/>
                      </a:solidFill>
                      <a:prstDash val="solid"/>
                    </a:lnL>
                    <a:lnR w="12700">
                      <a:solidFill>
                        <a:srgbClr val="0D6DC5"/>
                      </a:solidFill>
                      <a:prstDash val="solid"/>
                    </a:lnR>
                    <a:lnT w="12700">
                      <a:solidFill>
                        <a:srgbClr val="0D6DC5"/>
                      </a:solidFill>
                      <a:prstDash val="solid"/>
                    </a:lnT>
                    <a:lnB w="12700">
                      <a:solidFill>
                        <a:srgbClr val="0D6DC5"/>
                      </a:solidFill>
                      <a:prstDash val="solid"/>
                    </a:lnB>
                    <a:solidFill>
                      <a:srgbClr val="E7EBF5"/>
                    </a:solidFill>
                  </a:tcPr>
                </a:tc>
                <a:extLst>
                  <a:ext uri="{0D108BD9-81ED-4DB2-BD59-A6C34878D82A}">
                    <a16:rowId xmlns:a16="http://schemas.microsoft.com/office/drawing/2014/main" val="10002"/>
                  </a:ext>
                </a:extLst>
              </a:tr>
              <a:tr h="660400">
                <a:tc>
                  <a:txBody>
                    <a:bodyPr/>
                    <a:lstStyle/>
                    <a:p>
                      <a:pPr marL="37465" algn="ctr">
                        <a:lnSpc>
                          <a:spcPct val="100000"/>
                        </a:lnSpc>
                        <a:spcBef>
                          <a:spcPts val="1420"/>
                        </a:spcBef>
                      </a:pPr>
                      <a:r>
                        <a:rPr sz="1800" spc="-140" dirty="0">
                          <a:latin typeface="Arial Black"/>
                          <a:cs typeface="Arial Black"/>
                        </a:rPr>
                        <a:t>Job</a:t>
                      </a:r>
                      <a:r>
                        <a:rPr sz="1800" spc="-280" dirty="0">
                          <a:latin typeface="Arial Black"/>
                          <a:cs typeface="Arial Black"/>
                        </a:rPr>
                        <a:t> </a:t>
                      </a:r>
                      <a:r>
                        <a:rPr sz="1800" dirty="0">
                          <a:latin typeface="Arial Black"/>
                          <a:cs typeface="Arial Black"/>
                        </a:rPr>
                        <a:t>3</a:t>
                      </a:r>
                      <a:endParaRPr sz="1800">
                        <a:latin typeface="Arial Black"/>
                        <a:cs typeface="Arial Black"/>
                      </a:endParaRPr>
                    </a:p>
                  </a:txBody>
                  <a:tcPr marL="0" marR="0" marT="180340" marB="0">
                    <a:lnL w="12700">
                      <a:solidFill>
                        <a:srgbClr val="0D6DC5"/>
                      </a:solidFill>
                      <a:prstDash val="solid"/>
                    </a:lnL>
                    <a:lnR w="12700">
                      <a:solidFill>
                        <a:srgbClr val="0D6DC5"/>
                      </a:solidFill>
                      <a:prstDash val="solid"/>
                    </a:lnR>
                    <a:lnT w="12700">
                      <a:solidFill>
                        <a:srgbClr val="0D6DC5"/>
                      </a:solidFill>
                      <a:prstDash val="solid"/>
                    </a:lnT>
                    <a:lnB w="12700">
                      <a:solidFill>
                        <a:srgbClr val="0D6DC5"/>
                      </a:solidFill>
                      <a:prstDash val="solid"/>
                    </a:lnB>
                    <a:solidFill>
                      <a:srgbClr val="CCD3EA"/>
                    </a:solidFill>
                  </a:tcPr>
                </a:tc>
                <a:extLst>
                  <a:ext uri="{0D108BD9-81ED-4DB2-BD59-A6C34878D82A}">
                    <a16:rowId xmlns:a16="http://schemas.microsoft.com/office/drawing/2014/main" val="10003"/>
                  </a:ext>
                </a:extLst>
              </a:tr>
              <a:tr h="660400">
                <a:tc>
                  <a:txBody>
                    <a:bodyPr/>
                    <a:lstStyle/>
                    <a:p>
                      <a:pPr marL="37465" algn="ctr">
                        <a:lnSpc>
                          <a:spcPct val="100000"/>
                        </a:lnSpc>
                        <a:spcBef>
                          <a:spcPts val="1425"/>
                        </a:spcBef>
                      </a:pPr>
                      <a:r>
                        <a:rPr sz="1800" spc="-150" dirty="0">
                          <a:latin typeface="Arial Black"/>
                          <a:cs typeface="Arial Black"/>
                        </a:rPr>
                        <a:t>Job</a:t>
                      </a:r>
                      <a:r>
                        <a:rPr sz="1800" spc="-280" dirty="0">
                          <a:latin typeface="Arial Black"/>
                          <a:cs typeface="Arial Black"/>
                        </a:rPr>
                        <a:t> </a:t>
                      </a:r>
                      <a:r>
                        <a:rPr sz="1800" dirty="0">
                          <a:latin typeface="Arial Black"/>
                          <a:cs typeface="Arial Black"/>
                        </a:rPr>
                        <a:t>4</a:t>
                      </a:r>
                    </a:p>
                  </a:txBody>
                  <a:tcPr marL="0" marR="0" marT="180975" marB="0">
                    <a:lnL w="12700">
                      <a:solidFill>
                        <a:srgbClr val="0D6DC5"/>
                      </a:solidFill>
                      <a:prstDash val="solid"/>
                    </a:lnL>
                    <a:lnR w="12700">
                      <a:solidFill>
                        <a:srgbClr val="0D6DC5"/>
                      </a:solidFill>
                      <a:prstDash val="solid"/>
                    </a:lnR>
                    <a:lnT w="12700">
                      <a:solidFill>
                        <a:srgbClr val="0D6DC5"/>
                      </a:solidFill>
                      <a:prstDash val="solid"/>
                    </a:lnT>
                    <a:lnB w="12700">
                      <a:solidFill>
                        <a:srgbClr val="0D6DC5"/>
                      </a:solidFill>
                      <a:prstDash val="solid"/>
                    </a:lnB>
                    <a:solidFill>
                      <a:srgbClr val="E7EBF5"/>
                    </a:solidFill>
                  </a:tcPr>
                </a:tc>
                <a:extLst>
                  <a:ext uri="{0D108BD9-81ED-4DB2-BD59-A6C34878D82A}">
                    <a16:rowId xmlns:a16="http://schemas.microsoft.com/office/drawing/2014/main" val="10004"/>
                  </a:ext>
                </a:extLst>
              </a:tr>
            </a:tbl>
          </a:graphicData>
        </a:graphic>
      </p:graphicFrame>
      <p:sp>
        <p:nvSpPr>
          <p:cNvPr id="5" name="object 5"/>
          <p:cNvSpPr txBox="1"/>
          <p:nvPr/>
        </p:nvSpPr>
        <p:spPr>
          <a:xfrm>
            <a:off x="11173459" y="1523237"/>
            <a:ext cx="160655"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Arial Black"/>
                <a:cs typeface="Arial Black"/>
              </a:rPr>
              <a:t>0</a:t>
            </a:r>
            <a:endParaRPr sz="1600">
              <a:latin typeface="Arial Black"/>
              <a:cs typeface="Arial Black"/>
            </a:endParaRPr>
          </a:p>
        </p:txBody>
      </p:sp>
      <p:sp>
        <p:nvSpPr>
          <p:cNvPr id="6" name="object 6"/>
          <p:cNvSpPr txBox="1"/>
          <p:nvPr/>
        </p:nvSpPr>
        <p:spPr>
          <a:xfrm>
            <a:off x="11166729" y="4586985"/>
            <a:ext cx="648335" cy="269240"/>
          </a:xfrm>
          <a:prstGeom prst="rect">
            <a:avLst/>
          </a:prstGeom>
        </p:spPr>
        <p:txBody>
          <a:bodyPr vert="horz" wrap="square" lIns="0" tIns="12065" rIns="0" bIns="0" rtlCol="0">
            <a:spAutoFit/>
          </a:bodyPr>
          <a:lstStyle/>
          <a:p>
            <a:pPr marL="12700">
              <a:lnSpc>
                <a:spcPct val="100000"/>
              </a:lnSpc>
              <a:spcBef>
                <a:spcPts val="95"/>
              </a:spcBef>
            </a:pPr>
            <a:r>
              <a:rPr sz="1600" spc="-220" dirty="0">
                <a:latin typeface="Arial Black"/>
                <a:cs typeface="Arial Black"/>
              </a:rPr>
              <a:t>512mb</a:t>
            </a:r>
            <a:endParaRPr sz="1600">
              <a:latin typeface="Arial Black"/>
              <a:cs typeface="Arial Black"/>
            </a:endParaRPr>
          </a:p>
        </p:txBody>
      </p:sp>
      <p:pic>
        <p:nvPicPr>
          <p:cNvPr id="8" name="Picture 7">
            <a:extLst>
              <a:ext uri="{FF2B5EF4-FFF2-40B4-BE49-F238E27FC236}">
                <a16:creationId xmlns:a16="http://schemas.microsoft.com/office/drawing/2014/main" id="{7AE538BC-5D6D-4147-BB58-1C7E632B3388}"/>
              </a:ext>
            </a:extLst>
          </p:cNvPr>
          <p:cNvPicPr>
            <a:picLocks noChangeAspect="1"/>
          </p:cNvPicPr>
          <p:nvPr/>
        </p:nvPicPr>
        <p:blipFill rotWithShape="1">
          <a:blip r:embed="rId2">
            <a:extLst>
              <a:ext uri="{28A0092B-C50C-407E-A947-70E740481C1C}">
                <a14:useLocalDpi xmlns:a14="http://schemas.microsoft.com/office/drawing/2010/main" val="0"/>
              </a:ext>
            </a:extLst>
          </a:blip>
          <a:srcRect l="3681"/>
          <a:stretch/>
        </p:blipFill>
        <p:spPr>
          <a:xfrm>
            <a:off x="6822523" y="1219200"/>
            <a:ext cx="4831080" cy="4819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36800" y="341154"/>
            <a:ext cx="7518400" cy="689291"/>
          </a:xfrm>
          <a:prstGeom prst="rect">
            <a:avLst/>
          </a:prstGeom>
        </p:spPr>
        <p:txBody>
          <a:bodyPr vert="horz" wrap="square" lIns="0" tIns="12065" rIns="0" bIns="0" rtlCol="0">
            <a:spAutoFit/>
          </a:bodyPr>
          <a:lstStyle/>
          <a:p>
            <a:pPr marL="12700" algn="ctr">
              <a:lnSpc>
                <a:spcPct val="100000"/>
              </a:lnSpc>
              <a:spcBef>
                <a:spcPts val="95"/>
              </a:spcBef>
            </a:pPr>
            <a:r>
              <a:rPr b="1" spc="-15" dirty="0">
                <a:latin typeface="Trebuchet MS" panose="020B0603020202020204" pitchFamily="34" charset="0"/>
              </a:rPr>
              <a:t>Multitasking (Time</a:t>
            </a:r>
            <a:r>
              <a:rPr b="1" spc="70" dirty="0">
                <a:latin typeface="Trebuchet MS" panose="020B0603020202020204" pitchFamily="34" charset="0"/>
              </a:rPr>
              <a:t> </a:t>
            </a:r>
            <a:r>
              <a:rPr b="1" spc="-20" dirty="0">
                <a:latin typeface="Trebuchet MS" panose="020B0603020202020204" pitchFamily="34" charset="0"/>
              </a:rPr>
              <a:t>Sharing)</a:t>
            </a:r>
          </a:p>
        </p:txBody>
      </p:sp>
      <p:sp>
        <p:nvSpPr>
          <p:cNvPr id="4" name="object 4"/>
          <p:cNvSpPr txBox="1"/>
          <p:nvPr/>
        </p:nvSpPr>
        <p:spPr>
          <a:xfrm>
            <a:off x="533400" y="1371600"/>
            <a:ext cx="5562600" cy="5254452"/>
          </a:xfrm>
          <a:prstGeom prst="rect">
            <a:avLst/>
          </a:prstGeom>
        </p:spPr>
        <p:txBody>
          <a:bodyPr vert="horz" wrap="square" lIns="0" tIns="13335" rIns="0" bIns="0" rtlCol="0">
            <a:spAutoFit/>
          </a:bodyPr>
          <a:lstStyle/>
          <a:p>
            <a:pPr marL="241300" indent="-228600">
              <a:lnSpc>
                <a:spcPct val="150000"/>
              </a:lnSpc>
              <a:spcBef>
                <a:spcPts val="105"/>
              </a:spcBef>
              <a:buFont typeface="Wingdings"/>
              <a:buChar char=""/>
              <a:tabLst>
                <a:tab pos="241300" algn="l"/>
              </a:tabLst>
            </a:pPr>
            <a:r>
              <a:rPr lang="en-US" sz="2000" b="0" i="0" dirty="0">
                <a:solidFill>
                  <a:srgbClr val="273239"/>
                </a:solidFill>
                <a:effectLst/>
                <a:latin typeface="Times New Roman" panose="02020603050405020304" pitchFamily="18" charset="0"/>
                <a:cs typeface="Times New Roman" panose="02020603050405020304" pitchFamily="18" charset="0"/>
              </a:rPr>
              <a:t>Each task is given some time to execute so that all the tasks work smoothly.</a:t>
            </a:r>
          </a:p>
          <a:p>
            <a:pPr marL="241300" indent="-228600">
              <a:spcBef>
                <a:spcPts val="105"/>
              </a:spcBef>
              <a:buFont typeface="Wingdings"/>
              <a:buChar char=""/>
              <a:tabLst>
                <a:tab pos="241300" algn="l"/>
              </a:tabLst>
            </a:pPr>
            <a:r>
              <a:rPr lang="en-US" sz="2000" b="0" i="0" dirty="0">
                <a:solidFill>
                  <a:srgbClr val="273239"/>
                </a:solidFill>
                <a:effectLst/>
                <a:latin typeface="Times New Roman" panose="02020603050405020304" pitchFamily="18" charset="0"/>
                <a:cs typeface="Times New Roman" panose="02020603050405020304" pitchFamily="18" charset="0"/>
              </a:rPr>
              <a:t> Each user gets the time of CPU as they use a single system. </a:t>
            </a:r>
          </a:p>
          <a:p>
            <a:pPr marL="241300" indent="-228600">
              <a:lnSpc>
                <a:spcPct val="150000"/>
              </a:lnSpc>
              <a:spcBef>
                <a:spcPts val="105"/>
              </a:spcBef>
              <a:buFont typeface="Wingdings"/>
              <a:buChar char=""/>
              <a:tabLst>
                <a:tab pos="241300" algn="l"/>
              </a:tabLst>
            </a:pPr>
            <a:r>
              <a:rPr lang="en-US" sz="2000" b="0" i="0" dirty="0">
                <a:solidFill>
                  <a:srgbClr val="273239"/>
                </a:solidFill>
                <a:effectLst/>
                <a:latin typeface="Times New Roman" panose="02020603050405020304" pitchFamily="18" charset="0"/>
                <a:cs typeface="Times New Roman" panose="02020603050405020304" pitchFamily="18" charset="0"/>
              </a:rPr>
              <a:t>These systems are also known as Multitasking Systems.</a:t>
            </a:r>
          </a:p>
          <a:p>
            <a:pPr marL="241300" indent="-228600">
              <a:lnSpc>
                <a:spcPct val="150000"/>
              </a:lnSpc>
              <a:spcBef>
                <a:spcPts val="105"/>
              </a:spcBef>
              <a:buFont typeface="Wingdings"/>
              <a:buChar char=""/>
              <a:tabLst>
                <a:tab pos="241300" algn="l"/>
              </a:tabLst>
            </a:pPr>
            <a:r>
              <a:rPr lang="en-US" sz="2000" b="0" i="0" dirty="0">
                <a:solidFill>
                  <a:srgbClr val="273239"/>
                </a:solidFill>
                <a:effectLst/>
                <a:latin typeface="Times New Roman" panose="02020603050405020304" pitchFamily="18" charset="0"/>
                <a:cs typeface="Times New Roman" panose="02020603050405020304" pitchFamily="18" charset="0"/>
              </a:rPr>
              <a:t> The task can be from a single user or different users also. </a:t>
            </a:r>
          </a:p>
          <a:p>
            <a:pPr marL="241300" indent="-228600">
              <a:lnSpc>
                <a:spcPct val="150000"/>
              </a:lnSpc>
              <a:spcBef>
                <a:spcPts val="105"/>
              </a:spcBef>
              <a:buFont typeface="Wingdings"/>
              <a:buChar char=""/>
              <a:tabLst>
                <a:tab pos="241300" algn="l"/>
              </a:tabLst>
            </a:pPr>
            <a:r>
              <a:rPr lang="en-US" sz="2000" b="0" i="0" dirty="0">
                <a:solidFill>
                  <a:srgbClr val="273239"/>
                </a:solidFill>
                <a:effectLst/>
                <a:latin typeface="Times New Roman" panose="02020603050405020304" pitchFamily="18" charset="0"/>
                <a:cs typeface="Times New Roman" panose="02020603050405020304" pitchFamily="18" charset="0"/>
              </a:rPr>
              <a:t>The time that each task gets to execute is called quantum.</a:t>
            </a:r>
          </a:p>
          <a:p>
            <a:pPr marL="241300" indent="-228600">
              <a:lnSpc>
                <a:spcPct val="150000"/>
              </a:lnSpc>
              <a:spcBef>
                <a:spcPts val="105"/>
              </a:spcBef>
              <a:buFont typeface="Wingdings"/>
              <a:buChar char=""/>
              <a:tabLst>
                <a:tab pos="241300" algn="l"/>
              </a:tabLst>
            </a:pPr>
            <a:r>
              <a:rPr lang="en-US" sz="2000" b="0" i="0" dirty="0">
                <a:solidFill>
                  <a:srgbClr val="273239"/>
                </a:solidFill>
                <a:effectLst/>
                <a:latin typeface="Times New Roman" panose="02020603050405020304" pitchFamily="18" charset="0"/>
                <a:cs typeface="Times New Roman" panose="02020603050405020304" pitchFamily="18" charset="0"/>
              </a:rPr>
              <a:t> After this time interval is over OS switches over to the next task. </a:t>
            </a:r>
            <a:endParaRPr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30D28CD-F051-4C74-CAE7-9A1DE8D7D3B2}"/>
              </a:ext>
            </a:extLst>
          </p:cNvPr>
          <p:cNvPicPr>
            <a:picLocks noChangeAspect="1"/>
          </p:cNvPicPr>
          <p:nvPr/>
        </p:nvPicPr>
        <p:blipFill rotWithShape="1">
          <a:blip r:embed="rId3">
            <a:extLst>
              <a:ext uri="{28A0092B-C50C-407E-A947-70E740481C1C}">
                <a14:useLocalDpi xmlns:a14="http://schemas.microsoft.com/office/drawing/2010/main" val="0"/>
              </a:ext>
            </a:extLst>
          </a:blip>
          <a:srcRect l="15190" r="15922"/>
          <a:stretch/>
        </p:blipFill>
        <p:spPr>
          <a:xfrm>
            <a:off x="6096000" y="1371600"/>
            <a:ext cx="5715000" cy="411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3619" y="5287467"/>
            <a:ext cx="10083800" cy="848360"/>
          </a:xfrm>
          <a:prstGeom prst="rect">
            <a:avLst/>
          </a:prstGeom>
        </p:spPr>
        <p:txBody>
          <a:bodyPr vert="horz" wrap="square" lIns="0" tIns="12700" rIns="0" bIns="0" rtlCol="0">
            <a:spAutoFit/>
          </a:bodyPr>
          <a:lstStyle/>
          <a:p>
            <a:pPr marL="12700">
              <a:lnSpc>
                <a:spcPct val="100000"/>
              </a:lnSpc>
              <a:spcBef>
                <a:spcPts val="100"/>
              </a:spcBef>
              <a:tabLst>
                <a:tab pos="10070465" algn="l"/>
              </a:tabLst>
            </a:pPr>
            <a:r>
              <a:rPr sz="5400" u="heavy" spc="-395" dirty="0">
                <a:solidFill>
                  <a:srgbClr val="252525"/>
                </a:solidFill>
                <a:uFill>
                  <a:solidFill>
                    <a:srgbClr val="AC0000"/>
                  </a:solidFill>
                </a:uFill>
                <a:latin typeface="Impact"/>
                <a:cs typeface="Impact"/>
              </a:rPr>
              <a:t> </a:t>
            </a:r>
            <a:r>
              <a:rPr sz="5400" u="heavy" spc="-5" dirty="0">
                <a:solidFill>
                  <a:srgbClr val="252525"/>
                </a:solidFill>
                <a:uFill>
                  <a:solidFill>
                    <a:srgbClr val="AC0000"/>
                  </a:solidFill>
                </a:uFill>
                <a:latin typeface="Impact"/>
                <a:cs typeface="Impact"/>
              </a:rPr>
              <a:t>Things </a:t>
            </a:r>
            <a:r>
              <a:rPr sz="5400" u="heavy" dirty="0">
                <a:solidFill>
                  <a:srgbClr val="252525"/>
                </a:solidFill>
                <a:uFill>
                  <a:solidFill>
                    <a:srgbClr val="AC0000"/>
                  </a:solidFill>
                </a:uFill>
                <a:latin typeface="Impact"/>
                <a:cs typeface="Impact"/>
              </a:rPr>
              <a:t>to</a:t>
            </a:r>
            <a:r>
              <a:rPr sz="5400" u="heavy" spc="-85" dirty="0">
                <a:solidFill>
                  <a:srgbClr val="252525"/>
                </a:solidFill>
                <a:uFill>
                  <a:solidFill>
                    <a:srgbClr val="AC0000"/>
                  </a:solidFill>
                </a:uFill>
                <a:latin typeface="Impact"/>
                <a:cs typeface="Impact"/>
              </a:rPr>
              <a:t> </a:t>
            </a:r>
            <a:r>
              <a:rPr sz="5400" u="heavy" dirty="0">
                <a:solidFill>
                  <a:srgbClr val="252525"/>
                </a:solidFill>
                <a:uFill>
                  <a:solidFill>
                    <a:srgbClr val="AC0000"/>
                  </a:solidFill>
                </a:uFill>
                <a:latin typeface="Impact"/>
                <a:cs typeface="Impact"/>
              </a:rPr>
              <a:t>remember!	</a:t>
            </a:r>
            <a:endParaRPr sz="5400">
              <a:latin typeface="Impact"/>
              <a:cs typeface="Impact"/>
            </a:endParaRPr>
          </a:p>
        </p:txBody>
      </p:sp>
      <p:sp>
        <p:nvSpPr>
          <p:cNvPr id="3" name="object 3"/>
          <p:cNvSpPr txBox="1"/>
          <p:nvPr/>
        </p:nvSpPr>
        <p:spPr>
          <a:xfrm>
            <a:off x="1219200" y="1295400"/>
            <a:ext cx="9507219" cy="2716449"/>
          </a:xfrm>
          <a:prstGeom prst="rect">
            <a:avLst/>
          </a:prstGeom>
        </p:spPr>
        <p:txBody>
          <a:bodyPr vert="horz" wrap="square" lIns="0" tIns="12700" rIns="0" bIns="0" rtlCol="0">
            <a:spAutoFit/>
          </a:bodyPr>
          <a:lstStyle/>
          <a:p>
            <a:pPr marL="12065" marR="5080">
              <a:lnSpc>
                <a:spcPct val="150000"/>
              </a:lnSpc>
              <a:spcBef>
                <a:spcPts val="100"/>
              </a:spcBef>
              <a:buClr>
                <a:srgbClr val="AC0000"/>
              </a:buClr>
              <a:tabLst>
                <a:tab pos="286385" algn="l"/>
                <a:tab pos="287655" algn="l"/>
              </a:tabLst>
            </a:pPr>
            <a:r>
              <a:rPr sz="2400" dirty="0">
                <a:solidFill>
                  <a:srgbClr val="2F2F2F"/>
                </a:solidFill>
                <a:latin typeface="Times New Roman"/>
                <a:cs typeface="Times New Roman"/>
              </a:rPr>
              <a:t>Just to </a:t>
            </a:r>
            <a:r>
              <a:rPr sz="2400" spc="-10" dirty="0">
                <a:solidFill>
                  <a:srgbClr val="2F2F2F"/>
                </a:solidFill>
                <a:latin typeface="Times New Roman"/>
                <a:cs typeface="Times New Roman"/>
              </a:rPr>
              <a:t>make </a:t>
            </a:r>
            <a:r>
              <a:rPr sz="2400" dirty="0">
                <a:solidFill>
                  <a:srgbClr val="2F2F2F"/>
                </a:solidFill>
                <a:latin typeface="Times New Roman"/>
                <a:cs typeface="Times New Roman"/>
              </a:rPr>
              <a:t>it easy to </a:t>
            </a:r>
            <a:r>
              <a:rPr sz="2400" spc="-15" dirty="0">
                <a:solidFill>
                  <a:srgbClr val="2F2F2F"/>
                </a:solidFill>
                <a:latin typeface="Times New Roman"/>
                <a:cs typeface="Times New Roman"/>
              </a:rPr>
              <a:t>remember, </a:t>
            </a:r>
            <a:r>
              <a:rPr sz="2400" dirty="0">
                <a:solidFill>
                  <a:srgbClr val="2F2F2F"/>
                </a:solidFill>
                <a:latin typeface="Times New Roman"/>
                <a:cs typeface="Times New Roman"/>
              </a:rPr>
              <a:t>both </a:t>
            </a:r>
            <a:r>
              <a:rPr sz="2400" spc="-5" dirty="0">
                <a:solidFill>
                  <a:srgbClr val="2F2F2F"/>
                </a:solidFill>
                <a:latin typeface="Times New Roman"/>
                <a:cs typeface="Times New Roman"/>
              </a:rPr>
              <a:t>multiprogramming </a:t>
            </a:r>
            <a:r>
              <a:rPr sz="2400" dirty="0">
                <a:solidFill>
                  <a:srgbClr val="2F2F2F"/>
                </a:solidFill>
                <a:latin typeface="Times New Roman"/>
                <a:cs typeface="Times New Roman"/>
              </a:rPr>
              <a:t>and </a:t>
            </a:r>
            <a:r>
              <a:rPr sz="2400" spc="-5" dirty="0">
                <a:solidFill>
                  <a:srgbClr val="2F2F2F"/>
                </a:solidFill>
                <a:latin typeface="Times New Roman"/>
                <a:cs typeface="Times New Roman"/>
              </a:rPr>
              <a:t>multitasking  </a:t>
            </a:r>
            <a:r>
              <a:rPr sz="2400" dirty="0">
                <a:solidFill>
                  <a:srgbClr val="2F2F2F"/>
                </a:solidFill>
                <a:latin typeface="Times New Roman"/>
                <a:cs typeface="Times New Roman"/>
              </a:rPr>
              <a:t>operating </a:t>
            </a:r>
            <a:r>
              <a:rPr sz="2400" spc="-5" dirty="0">
                <a:solidFill>
                  <a:srgbClr val="2F2F2F"/>
                </a:solidFill>
                <a:latin typeface="Times New Roman"/>
                <a:cs typeface="Times New Roman"/>
              </a:rPr>
              <a:t>systems </a:t>
            </a:r>
            <a:r>
              <a:rPr sz="2400" dirty="0">
                <a:solidFill>
                  <a:srgbClr val="2F2F2F"/>
                </a:solidFill>
                <a:latin typeface="Times New Roman"/>
                <a:cs typeface="Times New Roman"/>
              </a:rPr>
              <a:t>are </a:t>
            </a:r>
            <a:r>
              <a:rPr sz="2400" b="1" spc="-5" dirty="0">
                <a:solidFill>
                  <a:srgbClr val="2F2F2F"/>
                </a:solidFill>
                <a:latin typeface="Times New Roman"/>
                <a:cs typeface="Times New Roman"/>
              </a:rPr>
              <a:t>(CPU) </a:t>
            </a:r>
            <a:r>
              <a:rPr sz="2400" b="1" dirty="0">
                <a:solidFill>
                  <a:srgbClr val="2F2F2F"/>
                </a:solidFill>
                <a:latin typeface="Times New Roman"/>
                <a:cs typeface="Times New Roman"/>
              </a:rPr>
              <a:t>time </a:t>
            </a:r>
            <a:r>
              <a:rPr sz="2400" b="1" spc="-5" dirty="0">
                <a:solidFill>
                  <a:srgbClr val="2F2F2F"/>
                </a:solidFill>
                <a:latin typeface="Times New Roman"/>
                <a:cs typeface="Times New Roman"/>
              </a:rPr>
              <a:t>sharing </a:t>
            </a:r>
            <a:r>
              <a:rPr sz="2400" spc="-5" dirty="0">
                <a:solidFill>
                  <a:srgbClr val="2F2F2F"/>
                </a:solidFill>
                <a:latin typeface="Times New Roman"/>
                <a:cs typeface="Times New Roman"/>
              </a:rPr>
              <a:t>systems. </a:t>
            </a:r>
            <a:r>
              <a:rPr sz="2400" spc="-15" dirty="0">
                <a:solidFill>
                  <a:srgbClr val="2F2F2F"/>
                </a:solidFill>
                <a:latin typeface="Times New Roman"/>
                <a:cs typeface="Times New Roman"/>
              </a:rPr>
              <a:t>However, </a:t>
            </a:r>
            <a:r>
              <a:rPr sz="2400" dirty="0">
                <a:solidFill>
                  <a:srgbClr val="2F2F2F"/>
                </a:solidFill>
                <a:latin typeface="Times New Roman"/>
                <a:cs typeface="Times New Roman"/>
              </a:rPr>
              <a:t>while in  </a:t>
            </a:r>
            <a:r>
              <a:rPr sz="2400" spc="-5" dirty="0">
                <a:solidFill>
                  <a:srgbClr val="2F2F2F"/>
                </a:solidFill>
                <a:latin typeface="Times New Roman"/>
                <a:cs typeface="Times New Roman"/>
              </a:rPr>
              <a:t>multiprogramming </a:t>
            </a:r>
            <a:r>
              <a:rPr sz="2400" b="1" dirty="0">
                <a:solidFill>
                  <a:srgbClr val="AC0000"/>
                </a:solidFill>
                <a:latin typeface="Times New Roman"/>
                <a:cs typeface="Times New Roman"/>
              </a:rPr>
              <a:t>(older </a:t>
            </a:r>
            <a:r>
              <a:rPr sz="2400" b="1" spc="-5" dirty="0">
                <a:solidFill>
                  <a:srgbClr val="AC0000"/>
                </a:solidFill>
                <a:latin typeface="Times New Roman"/>
                <a:cs typeface="Times New Roman"/>
              </a:rPr>
              <a:t>OSs) </a:t>
            </a:r>
            <a:r>
              <a:rPr sz="2400" dirty="0">
                <a:solidFill>
                  <a:srgbClr val="2F2F2F"/>
                </a:solidFill>
                <a:latin typeface="Times New Roman"/>
                <a:cs typeface="Times New Roman"/>
              </a:rPr>
              <a:t>one program </a:t>
            </a:r>
            <a:r>
              <a:rPr sz="2400" spc="-5" dirty="0">
                <a:solidFill>
                  <a:srgbClr val="2F2F2F"/>
                </a:solidFill>
                <a:latin typeface="Times New Roman"/>
                <a:cs typeface="Times New Roman"/>
              </a:rPr>
              <a:t>as </a:t>
            </a:r>
            <a:r>
              <a:rPr sz="2400" dirty="0">
                <a:solidFill>
                  <a:srgbClr val="2F2F2F"/>
                </a:solidFill>
                <a:latin typeface="Times New Roman"/>
                <a:cs typeface="Times New Roman"/>
              </a:rPr>
              <a:t>a </a:t>
            </a:r>
            <a:r>
              <a:rPr sz="2400" spc="-5" dirty="0">
                <a:solidFill>
                  <a:srgbClr val="2F2F2F"/>
                </a:solidFill>
                <a:latin typeface="Times New Roman"/>
                <a:cs typeface="Times New Roman"/>
              </a:rPr>
              <a:t>whole </a:t>
            </a:r>
            <a:r>
              <a:rPr sz="2400" dirty="0">
                <a:solidFill>
                  <a:srgbClr val="2F2F2F"/>
                </a:solidFill>
                <a:latin typeface="Times New Roman"/>
                <a:cs typeface="Times New Roman"/>
              </a:rPr>
              <a:t>keeps running until</a:t>
            </a:r>
            <a:r>
              <a:rPr sz="2400" spc="-110" dirty="0">
                <a:solidFill>
                  <a:srgbClr val="2F2F2F"/>
                </a:solidFill>
                <a:latin typeface="Times New Roman"/>
                <a:cs typeface="Times New Roman"/>
              </a:rPr>
              <a:t> </a:t>
            </a:r>
            <a:r>
              <a:rPr sz="2400" dirty="0">
                <a:solidFill>
                  <a:srgbClr val="2F2F2F"/>
                </a:solidFill>
                <a:latin typeface="Times New Roman"/>
                <a:cs typeface="Times New Roman"/>
              </a:rPr>
              <a:t>it  blocks, in </a:t>
            </a:r>
            <a:r>
              <a:rPr sz="2400" spc="-5" dirty="0">
                <a:solidFill>
                  <a:srgbClr val="2F2F2F"/>
                </a:solidFill>
                <a:latin typeface="Times New Roman"/>
                <a:cs typeface="Times New Roman"/>
              </a:rPr>
              <a:t>multitasking </a:t>
            </a:r>
            <a:r>
              <a:rPr sz="2400" spc="-5" dirty="0">
                <a:solidFill>
                  <a:srgbClr val="AC0000"/>
                </a:solidFill>
                <a:latin typeface="Times New Roman"/>
                <a:cs typeface="Times New Roman"/>
              </a:rPr>
              <a:t>(</a:t>
            </a:r>
            <a:r>
              <a:rPr sz="2400" b="1" spc="-5" dirty="0">
                <a:solidFill>
                  <a:srgbClr val="AC0000"/>
                </a:solidFill>
                <a:latin typeface="Times New Roman"/>
                <a:cs typeface="Times New Roman"/>
              </a:rPr>
              <a:t>modern OSs</a:t>
            </a:r>
            <a:r>
              <a:rPr sz="2400" spc="-5" dirty="0">
                <a:solidFill>
                  <a:srgbClr val="AC0000"/>
                </a:solidFill>
                <a:latin typeface="Times New Roman"/>
                <a:cs typeface="Times New Roman"/>
              </a:rPr>
              <a:t>) </a:t>
            </a:r>
            <a:r>
              <a:rPr sz="2400" spc="-5" dirty="0">
                <a:solidFill>
                  <a:srgbClr val="2F2F2F"/>
                </a:solidFill>
                <a:latin typeface="Times New Roman"/>
                <a:cs typeface="Times New Roman"/>
              </a:rPr>
              <a:t>time </a:t>
            </a:r>
            <a:r>
              <a:rPr sz="2400" dirty="0">
                <a:solidFill>
                  <a:srgbClr val="2F2F2F"/>
                </a:solidFill>
                <a:latin typeface="Times New Roman"/>
                <a:cs typeface="Times New Roman"/>
              </a:rPr>
              <a:t>sharing </a:t>
            </a:r>
            <a:r>
              <a:rPr sz="2400" spc="-5" dirty="0">
                <a:solidFill>
                  <a:srgbClr val="2F2F2F"/>
                </a:solidFill>
                <a:latin typeface="Times New Roman"/>
                <a:cs typeface="Times New Roman"/>
              </a:rPr>
              <a:t>is </a:t>
            </a:r>
            <a:r>
              <a:rPr sz="2400" dirty="0">
                <a:solidFill>
                  <a:srgbClr val="2F2F2F"/>
                </a:solidFill>
                <a:latin typeface="Times New Roman"/>
                <a:cs typeface="Times New Roman"/>
              </a:rPr>
              <a:t>best </a:t>
            </a:r>
            <a:r>
              <a:rPr sz="2400" spc="-5" dirty="0">
                <a:solidFill>
                  <a:srgbClr val="2F2F2F"/>
                </a:solidFill>
                <a:latin typeface="Times New Roman"/>
                <a:cs typeface="Times New Roman"/>
              </a:rPr>
              <a:t>manifested </a:t>
            </a:r>
            <a:r>
              <a:rPr sz="2400" dirty="0">
                <a:solidFill>
                  <a:srgbClr val="2F2F2F"/>
                </a:solidFill>
                <a:latin typeface="Times New Roman"/>
                <a:cs typeface="Times New Roman"/>
              </a:rPr>
              <a:t>because  each running </a:t>
            </a:r>
            <a:r>
              <a:rPr sz="2400" spc="-5" dirty="0">
                <a:solidFill>
                  <a:srgbClr val="2F2F2F"/>
                </a:solidFill>
                <a:latin typeface="Times New Roman"/>
                <a:cs typeface="Times New Roman"/>
              </a:rPr>
              <a:t>process </a:t>
            </a:r>
            <a:r>
              <a:rPr sz="2400" dirty="0">
                <a:solidFill>
                  <a:srgbClr val="2F2F2F"/>
                </a:solidFill>
                <a:latin typeface="Times New Roman"/>
                <a:cs typeface="Times New Roman"/>
              </a:rPr>
              <a:t>takes only a fair quantum of the </a:t>
            </a:r>
            <a:r>
              <a:rPr sz="2400" spc="-5" dirty="0">
                <a:solidFill>
                  <a:srgbClr val="2F2F2F"/>
                </a:solidFill>
                <a:latin typeface="Times New Roman"/>
                <a:cs typeface="Times New Roman"/>
              </a:rPr>
              <a:t>CPU</a:t>
            </a:r>
            <a:r>
              <a:rPr sz="2400" spc="-80" dirty="0">
                <a:solidFill>
                  <a:srgbClr val="2F2F2F"/>
                </a:solidFill>
                <a:latin typeface="Times New Roman"/>
                <a:cs typeface="Times New Roman"/>
              </a:rPr>
              <a:t> </a:t>
            </a:r>
            <a:r>
              <a:rPr sz="2400" spc="-5" dirty="0">
                <a:solidFill>
                  <a:srgbClr val="2F2F2F"/>
                </a:solidFill>
                <a:latin typeface="Times New Roman"/>
                <a:cs typeface="Times New Roman"/>
              </a:rPr>
              <a:t>time.</a:t>
            </a:r>
            <a:endParaRPr sz="2400"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1200" y="381000"/>
            <a:ext cx="5689600" cy="689291"/>
          </a:xfrm>
          <a:prstGeom prst="rect">
            <a:avLst/>
          </a:prstGeom>
        </p:spPr>
        <p:txBody>
          <a:bodyPr vert="horz" wrap="square" lIns="0" tIns="12065" rIns="0" bIns="0" rtlCol="0">
            <a:spAutoFit/>
          </a:bodyPr>
          <a:lstStyle/>
          <a:p>
            <a:pPr marL="12700" algn="ctr">
              <a:lnSpc>
                <a:spcPct val="100000"/>
              </a:lnSpc>
              <a:spcBef>
                <a:spcPts val="95"/>
              </a:spcBef>
            </a:pPr>
            <a:r>
              <a:rPr b="1" spc="-25" dirty="0">
                <a:latin typeface="Trebuchet MS" panose="020B0603020202020204" pitchFamily="34" charset="0"/>
              </a:rPr>
              <a:t>Multiprocessing</a:t>
            </a:r>
          </a:p>
        </p:txBody>
      </p:sp>
      <p:sp>
        <p:nvSpPr>
          <p:cNvPr id="3" name="object 3"/>
          <p:cNvSpPr txBox="1"/>
          <p:nvPr/>
        </p:nvSpPr>
        <p:spPr>
          <a:xfrm>
            <a:off x="533400" y="1601851"/>
            <a:ext cx="5867400" cy="4485523"/>
          </a:xfrm>
          <a:prstGeom prst="rect">
            <a:avLst/>
          </a:prstGeom>
        </p:spPr>
        <p:txBody>
          <a:bodyPr vert="horz" wrap="square" lIns="0" tIns="42545" rIns="0" bIns="0" rtlCol="0">
            <a:spAutoFit/>
          </a:bodyPr>
          <a:lstStyle/>
          <a:p>
            <a:pPr marL="241300" marR="5080" indent="-228600">
              <a:lnSpc>
                <a:spcPct val="150000"/>
              </a:lnSpc>
              <a:spcBef>
                <a:spcPts val="335"/>
              </a:spcBef>
              <a:buFont typeface="Wingdings"/>
              <a:buChar char=""/>
              <a:tabLst>
                <a:tab pos="241300" algn="l"/>
              </a:tabLst>
            </a:pPr>
            <a:r>
              <a:rPr lang="en-US" sz="2400" spc="-5" dirty="0">
                <a:latin typeface="Times New Roman"/>
                <a:cs typeface="Times New Roman"/>
              </a:rPr>
              <a:t>Multiprocessing means, there are more than one processor which work parallel to perform the required operations.</a:t>
            </a:r>
          </a:p>
          <a:p>
            <a:pPr marL="12700" marR="5080">
              <a:lnSpc>
                <a:spcPct val="150000"/>
              </a:lnSpc>
              <a:spcBef>
                <a:spcPts val="335"/>
              </a:spcBef>
              <a:tabLst>
                <a:tab pos="241300" algn="l"/>
              </a:tabLst>
            </a:pPr>
            <a:endParaRPr lang="en-US" sz="2400" spc="-5" dirty="0">
              <a:latin typeface="Times New Roman"/>
              <a:cs typeface="Times New Roman"/>
            </a:endParaRPr>
          </a:p>
          <a:p>
            <a:pPr marL="241300" marR="5080" indent="-228600">
              <a:lnSpc>
                <a:spcPct val="150000"/>
              </a:lnSpc>
              <a:spcBef>
                <a:spcPts val="335"/>
              </a:spcBef>
              <a:buFont typeface="Wingdings"/>
              <a:buChar char=""/>
              <a:tabLst>
                <a:tab pos="241300" algn="l"/>
              </a:tabLst>
            </a:pPr>
            <a:r>
              <a:rPr lang="en-US" sz="2400" spc="-5" dirty="0">
                <a:latin typeface="Times New Roman"/>
                <a:cs typeface="Times New Roman"/>
              </a:rPr>
              <a:t>The main objective of using a multiprocessor operating system is to increase the execution speed of the system and consume high computing power.</a:t>
            </a:r>
            <a:endParaRPr lang="en-US" sz="2400" dirty="0">
              <a:latin typeface="Times New Roman"/>
              <a:cs typeface="Times New Roman"/>
            </a:endParaRPr>
          </a:p>
        </p:txBody>
      </p:sp>
      <p:pic>
        <p:nvPicPr>
          <p:cNvPr id="5" name="Picture 4">
            <a:extLst>
              <a:ext uri="{FF2B5EF4-FFF2-40B4-BE49-F238E27FC236}">
                <a16:creationId xmlns:a16="http://schemas.microsoft.com/office/drawing/2014/main" id="{FA4CD918-8464-88CD-E08F-D83CC4E42C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525" y="1981200"/>
            <a:ext cx="5716475" cy="3257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36319" y="4352542"/>
            <a:ext cx="10726420" cy="2449195"/>
            <a:chOff x="1036319" y="4352542"/>
            <a:chExt cx="10726420" cy="2449195"/>
          </a:xfrm>
        </p:grpSpPr>
        <p:sp>
          <p:nvSpPr>
            <p:cNvPr id="3" name="object 3"/>
            <p:cNvSpPr/>
            <p:nvPr/>
          </p:nvSpPr>
          <p:spPr>
            <a:xfrm>
              <a:off x="1104899" y="4576572"/>
              <a:ext cx="6155436" cy="191109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7467599" y="4352542"/>
              <a:ext cx="4294632" cy="2449068"/>
            </a:xfrm>
            <a:prstGeom prst="rect">
              <a:avLst/>
            </a:prstGeom>
            <a:blipFill>
              <a:blip r:embed="rId3" cstate="print"/>
              <a:stretch>
                <a:fillRect/>
              </a:stretch>
            </a:blipFill>
          </p:spPr>
          <p:txBody>
            <a:bodyPr wrap="square" lIns="0" tIns="0" rIns="0" bIns="0" rtlCol="0"/>
            <a:lstStyle/>
            <a:p>
              <a:endParaRPr/>
            </a:p>
          </p:txBody>
        </p:sp>
      </p:grpSp>
      <p:sp>
        <p:nvSpPr>
          <p:cNvPr id="5" name="object 5"/>
          <p:cNvSpPr txBox="1">
            <a:spLocks noGrp="1"/>
          </p:cNvSpPr>
          <p:nvPr>
            <p:ph type="title"/>
          </p:nvPr>
        </p:nvSpPr>
        <p:spPr>
          <a:xfrm>
            <a:off x="2108200" y="228600"/>
            <a:ext cx="7975600" cy="689291"/>
          </a:xfrm>
          <a:prstGeom prst="rect">
            <a:avLst/>
          </a:prstGeom>
        </p:spPr>
        <p:txBody>
          <a:bodyPr vert="horz" wrap="square" lIns="0" tIns="12065" rIns="0" bIns="0" rtlCol="0">
            <a:spAutoFit/>
          </a:bodyPr>
          <a:lstStyle/>
          <a:p>
            <a:pPr marL="12700" algn="ctr">
              <a:lnSpc>
                <a:spcPct val="100000"/>
              </a:lnSpc>
              <a:spcBef>
                <a:spcPts val="95"/>
              </a:spcBef>
            </a:pPr>
            <a:r>
              <a:rPr b="1" spc="-20" dirty="0">
                <a:latin typeface="Trebuchet MS" panose="020B0603020202020204" pitchFamily="34" charset="0"/>
              </a:rPr>
              <a:t>Operating </a:t>
            </a:r>
            <a:r>
              <a:rPr b="1" spc="-35" dirty="0">
                <a:latin typeface="Trebuchet MS" panose="020B0603020202020204" pitchFamily="34" charset="0"/>
              </a:rPr>
              <a:t>System</a:t>
            </a:r>
            <a:r>
              <a:rPr b="1" spc="120" dirty="0">
                <a:latin typeface="Trebuchet MS" panose="020B0603020202020204" pitchFamily="34" charset="0"/>
              </a:rPr>
              <a:t> </a:t>
            </a:r>
            <a:r>
              <a:rPr b="1" spc="-25" dirty="0">
                <a:latin typeface="Trebuchet MS" panose="020B0603020202020204" pitchFamily="34" charset="0"/>
              </a:rPr>
              <a:t>Services</a:t>
            </a:r>
          </a:p>
        </p:txBody>
      </p:sp>
      <p:sp>
        <p:nvSpPr>
          <p:cNvPr id="6" name="object 6"/>
          <p:cNvSpPr txBox="1"/>
          <p:nvPr/>
        </p:nvSpPr>
        <p:spPr>
          <a:xfrm>
            <a:off x="609600" y="1122493"/>
            <a:ext cx="5749035" cy="3479158"/>
          </a:xfrm>
          <a:prstGeom prst="rect">
            <a:avLst/>
          </a:prstGeom>
        </p:spPr>
        <p:txBody>
          <a:bodyPr vert="horz" wrap="square" lIns="0" tIns="62230" rIns="0" bIns="0" rtlCol="0">
            <a:spAutoFit/>
          </a:bodyPr>
          <a:lstStyle/>
          <a:p>
            <a:pPr marL="241300" indent="-228600">
              <a:lnSpc>
                <a:spcPct val="100000"/>
              </a:lnSpc>
              <a:spcBef>
                <a:spcPts val="490"/>
              </a:spcBef>
              <a:buFont typeface="Wingdings"/>
              <a:buChar char=""/>
              <a:tabLst>
                <a:tab pos="241300" algn="l"/>
              </a:tabLst>
            </a:pPr>
            <a:r>
              <a:rPr sz="2400" dirty="0">
                <a:latin typeface="Times New Roman"/>
                <a:cs typeface="Times New Roman"/>
              </a:rPr>
              <a:t>User</a:t>
            </a:r>
            <a:r>
              <a:rPr sz="2400" spc="-20" dirty="0">
                <a:latin typeface="Times New Roman"/>
                <a:cs typeface="Times New Roman"/>
              </a:rPr>
              <a:t> </a:t>
            </a:r>
            <a:r>
              <a:rPr sz="2400" dirty="0">
                <a:latin typeface="Times New Roman"/>
                <a:cs typeface="Times New Roman"/>
              </a:rPr>
              <a:t>Interface</a:t>
            </a:r>
          </a:p>
          <a:p>
            <a:pPr marL="698500" lvl="1" indent="-228600">
              <a:lnSpc>
                <a:spcPct val="100000"/>
              </a:lnSpc>
              <a:spcBef>
                <a:spcPts val="395"/>
              </a:spcBef>
              <a:buFont typeface="Wingdings"/>
              <a:buChar char=""/>
              <a:tabLst>
                <a:tab pos="698500" algn="l"/>
              </a:tabLst>
            </a:pPr>
            <a:r>
              <a:rPr sz="2400" dirty="0">
                <a:latin typeface="Times New Roman"/>
                <a:cs typeface="Times New Roman"/>
              </a:rPr>
              <a:t>Allows the user to interact with</a:t>
            </a:r>
            <a:r>
              <a:rPr sz="2400" spc="-175" dirty="0">
                <a:latin typeface="Times New Roman"/>
                <a:cs typeface="Times New Roman"/>
              </a:rPr>
              <a:t> </a:t>
            </a:r>
            <a:r>
              <a:rPr sz="2400" dirty="0">
                <a:latin typeface="Times New Roman"/>
                <a:cs typeface="Times New Roman"/>
              </a:rPr>
              <a:t>the</a:t>
            </a:r>
          </a:p>
          <a:p>
            <a:pPr marL="698500">
              <a:lnSpc>
                <a:spcPct val="100000"/>
              </a:lnSpc>
              <a:spcBef>
                <a:spcPts val="5"/>
              </a:spcBef>
            </a:pPr>
            <a:r>
              <a:rPr sz="2400" spc="-15" dirty="0">
                <a:latin typeface="Times New Roman"/>
                <a:cs typeface="Times New Roman"/>
              </a:rPr>
              <a:t>computer.</a:t>
            </a:r>
            <a:endParaRPr sz="2400" dirty="0">
              <a:latin typeface="Times New Roman"/>
              <a:cs typeface="Times New Roman"/>
            </a:endParaRPr>
          </a:p>
          <a:p>
            <a:pPr marL="698500" lvl="1" indent="-228600">
              <a:lnSpc>
                <a:spcPct val="100000"/>
              </a:lnSpc>
              <a:spcBef>
                <a:spcPts val="405"/>
              </a:spcBef>
              <a:buFont typeface="Wingdings"/>
              <a:buChar char=""/>
              <a:tabLst>
                <a:tab pos="698500" algn="l"/>
              </a:tabLst>
            </a:pPr>
            <a:r>
              <a:rPr sz="2400" spc="-5" dirty="0">
                <a:latin typeface="Times New Roman"/>
                <a:cs typeface="Times New Roman"/>
              </a:rPr>
              <a:t>Command line </a:t>
            </a:r>
            <a:r>
              <a:rPr sz="2400" dirty="0">
                <a:latin typeface="Times New Roman"/>
                <a:cs typeface="Times New Roman"/>
              </a:rPr>
              <a:t>interface</a:t>
            </a:r>
            <a:r>
              <a:rPr sz="2400" spc="-95" dirty="0">
                <a:latin typeface="Times New Roman"/>
                <a:cs typeface="Times New Roman"/>
              </a:rPr>
              <a:t> </a:t>
            </a:r>
            <a:r>
              <a:rPr sz="2400" spc="-15" dirty="0">
                <a:latin typeface="Times New Roman"/>
                <a:cs typeface="Times New Roman"/>
              </a:rPr>
              <a:t>(Terminal)</a:t>
            </a:r>
            <a:endParaRPr sz="2400" dirty="0">
              <a:latin typeface="Times New Roman"/>
              <a:cs typeface="Times New Roman"/>
            </a:endParaRPr>
          </a:p>
          <a:p>
            <a:pPr marL="698500" lvl="1" indent="-228600">
              <a:lnSpc>
                <a:spcPct val="100000"/>
              </a:lnSpc>
              <a:spcBef>
                <a:spcPts val="400"/>
              </a:spcBef>
              <a:buFont typeface="Wingdings"/>
              <a:buChar char=""/>
              <a:tabLst>
                <a:tab pos="698500" algn="l"/>
              </a:tabLst>
            </a:pPr>
            <a:r>
              <a:rPr sz="2400" dirty="0">
                <a:latin typeface="Times New Roman"/>
                <a:cs typeface="Times New Roman"/>
              </a:rPr>
              <a:t>Graphical user</a:t>
            </a:r>
            <a:r>
              <a:rPr sz="2400" spc="-70" dirty="0">
                <a:latin typeface="Times New Roman"/>
                <a:cs typeface="Times New Roman"/>
              </a:rPr>
              <a:t> </a:t>
            </a:r>
            <a:r>
              <a:rPr sz="2400" dirty="0">
                <a:latin typeface="Times New Roman"/>
                <a:cs typeface="Times New Roman"/>
              </a:rPr>
              <a:t>interface</a:t>
            </a:r>
          </a:p>
          <a:p>
            <a:pPr marL="241300" indent="-228600">
              <a:lnSpc>
                <a:spcPct val="100000"/>
              </a:lnSpc>
              <a:spcBef>
                <a:spcPts val="1595"/>
              </a:spcBef>
              <a:buFont typeface="Wingdings"/>
              <a:buChar char=""/>
              <a:tabLst>
                <a:tab pos="241300" algn="l"/>
              </a:tabLst>
            </a:pPr>
            <a:r>
              <a:rPr sz="2400" dirty="0">
                <a:latin typeface="Times New Roman"/>
                <a:cs typeface="Times New Roman"/>
              </a:rPr>
              <a:t>Program</a:t>
            </a:r>
            <a:r>
              <a:rPr sz="2400" spc="-45" dirty="0">
                <a:latin typeface="Times New Roman"/>
                <a:cs typeface="Times New Roman"/>
              </a:rPr>
              <a:t> </a:t>
            </a:r>
            <a:r>
              <a:rPr sz="2400" dirty="0">
                <a:latin typeface="Times New Roman"/>
                <a:cs typeface="Times New Roman"/>
              </a:rPr>
              <a:t>Execution</a:t>
            </a:r>
          </a:p>
          <a:p>
            <a:pPr marL="698500" lvl="1" indent="-228600">
              <a:lnSpc>
                <a:spcPct val="100000"/>
              </a:lnSpc>
              <a:spcBef>
                <a:spcPts val="409"/>
              </a:spcBef>
              <a:buFont typeface="Wingdings"/>
              <a:buChar char=""/>
              <a:tabLst>
                <a:tab pos="698500" algn="l"/>
              </a:tabLst>
            </a:pPr>
            <a:r>
              <a:rPr sz="2400" dirty="0">
                <a:latin typeface="Times New Roman"/>
                <a:cs typeface="Times New Roman"/>
              </a:rPr>
              <a:t>Load the program into</a:t>
            </a:r>
            <a:r>
              <a:rPr sz="2400" spc="-110" dirty="0">
                <a:latin typeface="Times New Roman"/>
                <a:cs typeface="Times New Roman"/>
              </a:rPr>
              <a:t> </a:t>
            </a:r>
            <a:r>
              <a:rPr sz="2400" spc="-10" dirty="0">
                <a:latin typeface="Times New Roman"/>
                <a:cs typeface="Times New Roman"/>
              </a:rPr>
              <a:t>memory</a:t>
            </a:r>
            <a:endParaRPr sz="2400" dirty="0">
              <a:latin typeface="Times New Roman"/>
              <a:cs typeface="Times New Roman"/>
            </a:endParaRPr>
          </a:p>
          <a:p>
            <a:pPr marL="698500" lvl="1" indent="-228600">
              <a:lnSpc>
                <a:spcPct val="100000"/>
              </a:lnSpc>
              <a:spcBef>
                <a:spcPts val="395"/>
              </a:spcBef>
              <a:buFont typeface="Wingdings"/>
              <a:buChar char=""/>
              <a:tabLst>
                <a:tab pos="698500" algn="l"/>
              </a:tabLst>
            </a:pPr>
            <a:r>
              <a:rPr sz="2400" dirty="0">
                <a:latin typeface="Times New Roman"/>
                <a:cs typeface="Times New Roman"/>
              </a:rPr>
              <a:t>Execute the</a:t>
            </a:r>
            <a:r>
              <a:rPr sz="2400" spc="-40" dirty="0">
                <a:latin typeface="Times New Roman"/>
                <a:cs typeface="Times New Roman"/>
              </a:rPr>
              <a:t> </a:t>
            </a:r>
            <a:r>
              <a:rPr sz="2400" spc="-5" dirty="0">
                <a:latin typeface="Times New Roman"/>
                <a:cs typeface="Times New Roman"/>
              </a:rPr>
              <a:t>program.</a:t>
            </a:r>
            <a:endParaRPr sz="2400" dirty="0">
              <a:latin typeface="Times New Roman"/>
              <a:cs typeface="Times New Roman"/>
            </a:endParaRPr>
          </a:p>
        </p:txBody>
      </p:sp>
      <p:sp>
        <p:nvSpPr>
          <p:cNvPr id="7" name="object 7"/>
          <p:cNvSpPr/>
          <p:nvPr/>
        </p:nvSpPr>
        <p:spPr>
          <a:xfrm>
            <a:off x="7467600" y="1584960"/>
            <a:ext cx="4294632" cy="2554224"/>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36319" y="6172200"/>
            <a:ext cx="10058400" cy="27940"/>
          </a:xfrm>
          <a:custGeom>
            <a:avLst/>
            <a:gdLst/>
            <a:ahLst/>
            <a:cxnLst/>
            <a:rect l="l" t="t" r="r" b="b"/>
            <a:pathLst>
              <a:path w="10058400" h="27939">
                <a:moveTo>
                  <a:pt x="10058400" y="0"/>
                </a:moveTo>
                <a:lnTo>
                  <a:pt x="0" y="0"/>
                </a:lnTo>
                <a:lnTo>
                  <a:pt x="0" y="27431"/>
                </a:lnTo>
                <a:lnTo>
                  <a:pt x="10058400" y="27431"/>
                </a:lnTo>
                <a:lnTo>
                  <a:pt x="10058400" y="0"/>
                </a:lnTo>
                <a:close/>
              </a:path>
            </a:pathLst>
          </a:custGeom>
          <a:solidFill>
            <a:srgbClr val="AC0000"/>
          </a:solidFill>
        </p:spPr>
        <p:txBody>
          <a:bodyPr wrap="square" lIns="0" tIns="0" rIns="0" bIns="0" rtlCol="0"/>
          <a:lstStyle/>
          <a:p>
            <a:endParaRPr/>
          </a:p>
        </p:txBody>
      </p:sp>
      <p:sp>
        <p:nvSpPr>
          <p:cNvPr id="3" name="object 3"/>
          <p:cNvSpPr txBox="1"/>
          <p:nvPr/>
        </p:nvSpPr>
        <p:spPr>
          <a:xfrm>
            <a:off x="457200" y="1600200"/>
            <a:ext cx="4090670" cy="2573461"/>
          </a:xfrm>
          <a:prstGeom prst="rect">
            <a:avLst/>
          </a:prstGeom>
        </p:spPr>
        <p:txBody>
          <a:bodyPr vert="horz" wrap="square" lIns="0" tIns="13335" rIns="0" bIns="0" rtlCol="0">
            <a:spAutoFit/>
          </a:bodyPr>
          <a:lstStyle/>
          <a:p>
            <a:pPr marL="355600" indent="-342900">
              <a:lnSpc>
                <a:spcPct val="150000"/>
              </a:lnSpc>
              <a:spcBef>
                <a:spcPts val="105"/>
              </a:spcBef>
              <a:buFont typeface="Arial" panose="020B0604020202020204" pitchFamily="34" charset="0"/>
              <a:buChar char="•"/>
              <a:tabLst>
                <a:tab pos="241300" algn="l"/>
              </a:tabLst>
            </a:pPr>
            <a:r>
              <a:rPr sz="2400" dirty="0">
                <a:latin typeface="Times New Roman"/>
                <a:cs typeface="Times New Roman"/>
              </a:rPr>
              <a:t>I/O</a:t>
            </a:r>
            <a:r>
              <a:rPr sz="2400" spc="-5" dirty="0">
                <a:latin typeface="Times New Roman"/>
                <a:cs typeface="Times New Roman"/>
              </a:rPr>
              <a:t> </a:t>
            </a:r>
            <a:r>
              <a:rPr sz="2400" dirty="0">
                <a:latin typeface="Times New Roman"/>
                <a:cs typeface="Times New Roman"/>
              </a:rPr>
              <a:t>Operations</a:t>
            </a:r>
          </a:p>
          <a:p>
            <a:pPr marL="355600" indent="-342900">
              <a:lnSpc>
                <a:spcPct val="150000"/>
              </a:lnSpc>
              <a:spcBef>
                <a:spcPts val="1595"/>
              </a:spcBef>
              <a:buFont typeface="Arial" panose="020B0604020202020204" pitchFamily="34" charset="0"/>
              <a:buChar char="•"/>
              <a:tabLst>
                <a:tab pos="241300" algn="l"/>
              </a:tabLst>
            </a:pPr>
            <a:r>
              <a:rPr sz="2400" spc="-5" dirty="0">
                <a:latin typeface="Times New Roman"/>
                <a:cs typeface="Times New Roman"/>
              </a:rPr>
              <a:t>File system</a:t>
            </a:r>
            <a:r>
              <a:rPr sz="2400" spc="-40" dirty="0">
                <a:latin typeface="Times New Roman"/>
                <a:cs typeface="Times New Roman"/>
              </a:rPr>
              <a:t> </a:t>
            </a:r>
            <a:r>
              <a:rPr sz="2400" spc="-5" dirty="0">
                <a:latin typeface="Times New Roman"/>
                <a:cs typeface="Times New Roman"/>
              </a:rPr>
              <a:t>manipulation</a:t>
            </a:r>
            <a:r>
              <a:rPr lang="en-US" sz="2400" spc="-5" dirty="0">
                <a:latin typeface="Times New Roman"/>
                <a:cs typeface="Times New Roman"/>
              </a:rPr>
              <a:t> (</a:t>
            </a:r>
            <a:r>
              <a:rPr sz="2400" dirty="0">
                <a:latin typeface="Times New Roman"/>
                <a:cs typeface="Times New Roman"/>
              </a:rPr>
              <a:t>Creation, deletion,</a:t>
            </a:r>
            <a:r>
              <a:rPr sz="2400" spc="-135" dirty="0">
                <a:latin typeface="Times New Roman"/>
                <a:cs typeface="Times New Roman"/>
              </a:rPr>
              <a:t> </a:t>
            </a:r>
            <a:r>
              <a:rPr sz="2400" dirty="0">
                <a:latin typeface="Times New Roman"/>
                <a:cs typeface="Times New Roman"/>
              </a:rPr>
              <a:t>search</a:t>
            </a:r>
            <a:r>
              <a:rPr lang="en-US" sz="2400" dirty="0">
                <a:latin typeface="Times New Roman"/>
                <a:cs typeface="Times New Roman"/>
              </a:rPr>
              <a:t>)</a:t>
            </a:r>
            <a:endParaRPr sz="2400" dirty="0">
              <a:latin typeface="Times New Roman"/>
              <a:cs typeface="Times New Roman"/>
            </a:endParaRPr>
          </a:p>
          <a:p>
            <a:pPr marL="355600" indent="-342900">
              <a:lnSpc>
                <a:spcPct val="150000"/>
              </a:lnSpc>
              <a:spcBef>
                <a:spcPts val="1595"/>
              </a:spcBef>
              <a:buFont typeface="Arial" panose="020B0604020202020204" pitchFamily="34" charset="0"/>
              <a:buChar char="•"/>
              <a:tabLst>
                <a:tab pos="241300" algn="l"/>
              </a:tabLst>
            </a:pPr>
            <a:r>
              <a:rPr sz="2400" dirty="0">
                <a:latin typeface="Times New Roman"/>
                <a:cs typeface="Times New Roman"/>
              </a:rPr>
              <a:t>Resource</a:t>
            </a:r>
            <a:r>
              <a:rPr sz="2400" spc="-150" dirty="0">
                <a:latin typeface="Times New Roman"/>
                <a:cs typeface="Times New Roman"/>
              </a:rPr>
              <a:t> </a:t>
            </a:r>
            <a:r>
              <a:rPr sz="2400" dirty="0">
                <a:latin typeface="Times New Roman"/>
                <a:cs typeface="Times New Roman"/>
              </a:rPr>
              <a:t>Allocation</a:t>
            </a:r>
          </a:p>
        </p:txBody>
      </p:sp>
      <p:sp>
        <p:nvSpPr>
          <p:cNvPr id="4" name="object 4"/>
          <p:cNvSpPr/>
          <p:nvPr/>
        </p:nvSpPr>
        <p:spPr>
          <a:xfrm>
            <a:off x="4963667" y="1600200"/>
            <a:ext cx="6515100" cy="306019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3800" y="381000"/>
            <a:ext cx="9804400" cy="689291"/>
          </a:xfrm>
          <a:prstGeom prst="rect">
            <a:avLst/>
          </a:prstGeom>
        </p:spPr>
        <p:txBody>
          <a:bodyPr vert="horz" wrap="square" lIns="0" tIns="12065" rIns="0" bIns="0" rtlCol="0">
            <a:spAutoFit/>
          </a:bodyPr>
          <a:lstStyle/>
          <a:p>
            <a:pPr marL="12700" algn="ctr">
              <a:lnSpc>
                <a:spcPct val="100000"/>
              </a:lnSpc>
              <a:spcBef>
                <a:spcPts val="95"/>
              </a:spcBef>
            </a:pPr>
            <a:r>
              <a:rPr b="1" spc="-60" dirty="0">
                <a:latin typeface="Trebuchet MS" panose="020B0603020202020204" pitchFamily="34" charset="0"/>
              </a:rPr>
              <a:t>BIOS(Basic </a:t>
            </a:r>
            <a:r>
              <a:rPr b="1" spc="-25" dirty="0">
                <a:latin typeface="Trebuchet MS" panose="020B0603020202020204" pitchFamily="34" charset="0"/>
              </a:rPr>
              <a:t>Input Output</a:t>
            </a:r>
            <a:r>
              <a:rPr b="1" spc="75" dirty="0">
                <a:latin typeface="Trebuchet MS" panose="020B0603020202020204" pitchFamily="34" charset="0"/>
              </a:rPr>
              <a:t> </a:t>
            </a:r>
            <a:r>
              <a:rPr b="1" spc="-35" dirty="0">
                <a:latin typeface="Trebuchet MS" panose="020B0603020202020204" pitchFamily="34" charset="0"/>
              </a:rPr>
              <a:t>System)</a:t>
            </a:r>
          </a:p>
        </p:txBody>
      </p:sp>
      <p:sp>
        <p:nvSpPr>
          <p:cNvPr id="3" name="object 3"/>
          <p:cNvSpPr txBox="1"/>
          <p:nvPr/>
        </p:nvSpPr>
        <p:spPr>
          <a:xfrm>
            <a:off x="228600" y="1676400"/>
            <a:ext cx="8077200" cy="3850734"/>
          </a:xfrm>
          <a:prstGeom prst="rect">
            <a:avLst/>
          </a:prstGeom>
        </p:spPr>
        <p:txBody>
          <a:bodyPr vert="horz" wrap="square" lIns="0" tIns="13335" rIns="0" bIns="0" rtlCol="0">
            <a:spAutoFit/>
          </a:bodyPr>
          <a:lstStyle/>
          <a:p>
            <a:pPr marL="241300" indent="-228600">
              <a:lnSpc>
                <a:spcPct val="150000"/>
              </a:lnSpc>
              <a:spcBef>
                <a:spcPts val="105"/>
              </a:spcBef>
              <a:buFont typeface="Wingdings"/>
              <a:buChar char=""/>
              <a:tabLst>
                <a:tab pos="241300" algn="l"/>
              </a:tabLst>
            </a:pPr>
            <a:r>
              <a:rPr lang="en-US" sz="2400" dirty="0">
                <a:latin typeface="Times New Roman"/>
                <a:cs typeface="Times New Roman"/>
              </a:rPr>
              <a:t>BIOS is the program a computer's microprocessor uses to start the computer system after it is powered on.</a:t>
            </a:r>
          </a:p>
          <a:p>
            <a:pPr marL="241300" indent="-228600">
              <a:lnSpc>
                <a:spcPct val="150000"/>
              </a:lnSpc>
              <a:spcBef>
                <a:spcPts val="105"/>
              </a:spcBef>
              <a:buFont typeface="Wingdings"/>
              <a:buChar char=""/>
              <a:tabLst>
                <a:tab pos="241300" algn="l"/>
              </a:tabLst>
            </a:pPr>
            <a:r>
              <a:rPr lang="en-US" sz="2400" dirty="0">
                <a:latin typeface="Times New Roman"/>
                <a:cs typeface="Times New Roman"/>
              </a:rPr>
              <a:t> It also manages data flow between the computer's operating system (OS) and attached devices, such as the hard disk, video adapter, keyboard, mouse and printer.</a:t>
            </a:r>
          </a:p>
          <a:p>
            <a:pPr marL="241300" indent="-228600">
              <a:lnSpc>
                <a:spcPct val="150000"/>
              </a:lnSpc>
              <a:spcBef>
                <a:spcPts val="105"/>
              </a:spcBef>
              <a:buFont typeface="Wingdings"/>
              <a:buChar char=""/>
              <a:tabLst>
                <a:tab pos="241300" algn="l"/>
              </a:tabLst>
            </a:pPr>
            <a:r>
              <a:rPr lang="en-US" sz="2400" dirty="0">
                <a:latin typeface="Times New Roman"/>
                <a:cs typeface="Times New Roman"/>
              </a:rPr>
              <a:t>BIOS</a:t>
            </a:r>
            <a:r>
              <a:rPr lang="en-US" sz="2400" spc="-5" dirty="0">
                <a:latin typeface="Times New Roman"/>
                <a:cs typeface="Times New Roman"/>
              </a:rPr>
              <a:t> </a:t>
            </a:r>
            <a:r>
              <a:rPr lang="en-US" sz="2400" dirty="0">
                <a:latin typeface="Times New Roman"/>
                <a:cs typeface="Times New Roman"/>
              </a:rPr>
              <a:t>se</a:t>
            </a:r>
            <a:r>
              <a:rPr lang="en-US" sz="2400" spc="-10" dirty="0">
                <a:latin typeface="Times New Roman"/>
                <a:cs typeface="Times New Roman"/>
              </a:rPr>
              <a:t>t</a:t>
            </a:r>
            <a:r>
              <a:rPr lang="en-US" sz="2400" dirty="0">
                <a:latin typeface="Times New Roman"/>
                <a:cs typeface="Times New Roman"/>
              </a:rPr>
              <a:t>s</a:t>
            </a:r>
            <a:r>
              <a:rPr lang="en-US" sz="2400" spc="-20" dirty="0">
                <a:latin typeface="Times New Roman"/>
                <a:cs typeface="Times New Roman"/>
              </a:rPr>
              <a:t> </a:t>
            </a:r>
            <a:r>
              <a:rPr lang="en-US" sz="2400" dirty="0">
                <a:latin typeface="Times New Roman"/>
                <a:cs typeface="Times New Roman"/>
              </a:rPr>
              <a:t>the</a:t>
            </a:r>
            <a:r>
              <a:rPr lang="en-US" sz="2400" spc="-10" dirty="0">
                <a:latin typeface="Times New Roman"/>
                <a:cs typeface="Times New Roman"/>
              </a:rPr>
              <a:t> </a:t>
            </a:r>
            <a:r>
              <a:rPr lang="en-US" sz="2400" spc="-25" dirty="0">
                <a:latin typeface="Times New Roman"/>
                <a:cs typeface="Times New Roman"/>
              </a:rPr>
              <a:t>m</a:t>
            </a:r>
            <a:r>
              <a:rPr lang="en-US" sz="2400" dirty="0">
                <a:latin typeface="Times New Roman"/>
                <a:cs typeface="Times New Roman"/>
              </a:rPr>
              <a:t>achine in</a:t>
            </a:r>
            <a:r>
              <a:rPr lang="en-US" sz="2400" spc="-15" dirty="0">
                <a:latin typeface="Times New Roman"/>
                <a:cs typeface="Times New Roman"/>
              </a:rPr>
              <a:t> </a:t>
            </a:r>
            <a:r>
              <a:rPr lang="en-US" sz="2400" dirty="0">
                <a:latin typeface="Times New Roman"/>
                <a:cs typeface="Times New Roman"/>
              </a:rPr>
              <a:t>a sta</a:t>
            </a:r>
            <a:r>
              <a:rPr lang="en-US" sz="2400" spc="-10" dirty="0">
                <a:latin typeface="Times New Roman"/>
                <a:cs typeface="Times New Roman"/>
              </a:rPr>
              <a:t>t</a:t>
            </a:r>
            <a:r>
              <a:rPr lang="en-US" sz="2400" dirty="0">
                <a:latin typeface="Times New Roman"/>
                <a:cs typeface="Times New Roman"/>
              </a:rPr>
              <a:t>e</a:t>
            </a:r>
            <a:r>
              <a:rPr lang="en-US" sz="2400" spc="-10" dirty="0">
                <a:latin typeface="Times New Roman"/>
                <a:cs typeface="Times New Roman"/>
              </a:rPr>
              <a:t> </a:t>
            </a:r>
            <a:r>
              <a:rPr lang="en-US" sz="2400" dirty="0">
                <a:latin typeface="Times New Roman"/>
                <a:cs typeface="Times New Roman"/>
              </a:rPr>
              <a:t>so</a:t>
            </a:r>
            <a:r>
              <a:rPr lang="en-US" sz="2400" spc="-15" dirty="0">
                <a:latin typeface="Times New Roman"/>
                <a:cs typeface="Times New Roman"/>
              </a:rPr>
              <a:t> </a:t>
            </a:r>
            <a:r>
              <a:rPr lang="en-US" sz="2400" dirty="0">
                <a:latin typeface="Times New Roman"/>
                <a:cs typeface="Times New Roman"/>
              </a:rPr>
              <a:t>that</a:t>
            </a:r>
            <a:r>
              <a:rPr lang="en-US" sz="2400" spc="-15" dirty="0">
                <a:latin typeface="Times New Roman"/>
                <a:cs typeface="Times New Roman"/>
              </a:rPr>
              <a:t> </a:t>
            </a:r>
            <a:r>
              <a:rPr lang="en-US" sz="2400" dirty="0">
                <a:latin typeface="Times New Roman"/>
                <a:cs typeface="Times New Roman"/>
              </a:rPr>
              <a:t>the</a:t>
            </a:r>
            <a:r>
              <a:rPr lang="en-US" sz="2400" spc="-10" dirty="0">
                <a:latin typeface="Times New Roman"/>
                <a:cs typeface="Times New Roman"/>
              </a:rPr>
              <a:t> </a:t>
            </a:r>
            <a:r>
              <a:rPr lang="en-US" sz="2400" dirty="0">
                <a:latin typeface="Times New Roman"/>
                <a:cs typeface="Times New Roman"/>
              </a:rPr>
              <a:t>o</a:t>
            </a:r>
            <a:r>
              <a:rPr lang="en-US" sz="2400" spc="10" dirty="0">
                <a:latin typeface="Times New Roman"/>
                <a:cs typeface="Times New Roman"/>
              </a:rPr>
              <a:t>p</a:t>
            </a:r>
            <a:r>
              <a:rPr lang="en-US" sz="2400" dirty="0">
                <a:latin typeface="Times New Roman"/>
                <a:cs typeface="Times New Roman"/>
              </a:rPr>
              <a:t>erat</a:t>
            </a:r>
            <a:r>
              <a:rPr lang="en-US" sz="2400" spc="-10" dirty="0">
                <a:latin typeface="Times New Roman"/>
                <a:cs typeface="Times New Roman"/>
              </a:rPr>
              <a:t>i</a:t>
            </a:r>
            <a:r>
              <a:rPr lang="en-US" sz="2400" dirty="0">
                <a:latin typeface="Times New Roman"/>
                <a:cs typeface="Times New Roman"/>
              </a:rPr>
              <a:t>ng</a:t>
            </a:r>
            <a:r>
              <a:rPr lang="en-US" sz="2400" spc="-35" dirty="0">
                <a:latin typeface="Times New Roman"/>
                <a:cs typeface="Times New Roman"/>
              </a:rPr>
              <a:t> </a:t>
            </a:r>
            <a:r>
              <a:rPr lang="en-US" sz="2400" dirty="0">
                <a:latin typeface="Times New Roman"/>
                <a:cs typeface="Times New Roman"/>
              </a:rPr>
              <a:t>sys</a:t>
            </a:r>
            <a:r>
              <a:rPr lang="en-US" sz="2400" spc="-10" dirty="0">
                <a:latin typeface="Times New Roman"/>
                <a:cs typeface="Times New Roman"/>
              </a:rPr>
              <a:t>t</a:t>
            </a:r>
            <a:r>
              <a:rPr lang="en-US" sz="2400" dirty="0">
                <a:latin typeface="Times New Roman"/>
                <a:cs typeface="Times New Roman"/>
              </a:rPr>
              <a:t>em</a:t>
            </a:r>
            <a:r>
              <a:rPr lang="en-US" sz="2400" spc="-25" dirty="0">
                <a:latin typeface="Times New Roman"/>
                <a:cs typeface="Times New Roman"/>
              </a:rPr>
              <a:t> </a:t>
            </a:r>
            <a:r>
              <a:rPr lang="en-US" sz="2400" dirty="0">
                <a:latin typeface="Times New Roman"/>
                <a:cs typeface="Times New Roman"/>
              </a:rPr>
              <a:t>can be</a:t>
            </a:r>
            <a:r>
              <a:rPr lang="en-US" sz="2400" spc="-10" dirty="0">
                <a:latin typeface="Times New Roman"/>
                <a:cs typeface="Times New Roman"/>
              </a:rPr>
              <a:t> </a:t>
            </a:r>
            <a:r>
              <a:rPr lang="en-US" sz="2400" dirty="0">
                <a:latin typeface="Times New Roman"/>
                <a:cs typeface="Times New Roman"/>
              </a:rPr>
              <a:t>loaded</a:t>
            </a:r>
            <a:r>
              <a:rPr lang="en-US" sz="2400" spc="-25" dirty="0">
                <a:latin typeface="Times New Roman"/>
                <a:cs typeface="Times New Roman"/>
              </a:rPr>
              <a:t>, </a:t>
            </a:r>
            <a:r>
              <a:rPr lang="en-US" sz="2400" dirty="0">
                <a:latin typeface="Times New Roman"/>
                <a:cs typeface="Times New Roman"/>
              </a:rPr>
              <a:t>executed  and given control of a</a:t>
            </a:r>
            <a:r>
              <a:rPr lang="en-US" sz="2400" spc="-95" dirty="0">
                <a:latin typeface="Times New Roman"/>
                <a:cs typeface="Times New Roman"/>
              </a:rPr>
              <a:t> </a:t>
            </a:r>
            <a:r>
              <a:rPr lang="en-US" sz="2400" dirty="0">
                <a:latin typeface="Times New Roman"/>
                <a:cs typeface="Times New Roman"/>
              </a:rPr>
              <a:t>PC.</a:t>
            </a:r>
          </a:p>
        </p:txBody>
      </p:sp>
      <p:pic>
        <p:nvPicPr>
          <p:cNvPr id="5" name="Picture 4">
            <a:extLst>
              <a:ext uri="{FF2B5EF4-FFF2-40B4-BE49-F238E27FC236}">
                <a16:creationId xmlns:a16="http://schemas.microsoft.com/office/drawing/2014/main" id="{1E6A78FF-D325-C149-4B98-E47304D34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0" y="2115867"/>
            <a:ext cx="6604000" cy="2971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1900" y="228600"/>
            <a:ext cx="9728200" cy="689291"/>
          </a:xfrm>
          <a:prstGeom prst="rect">
            <a:avLst/>
          </a:prstGeom>
        </p:spPr>
        <p:txBody>
          <a:bodyPr vert="horz" wrap="square" lIns="0" tIns="12065" rIns="0" bIns="0" rtlCol="0">
            <a:spAutoFit/>
          </a:bodyPr>
          <a:lstStyle/>
          <a:p>
            <a:pPr marL="12700" algn="ctr">
              <a:lnSpc>
                <a:spcPct val="100000"/>
              </a:lnSpc>
              <a:spcBef>
                <a:spcPts val="95"/>
              </a:spcBef>
            </a:pPr>
            <a:r>
              <a:rPr b="1" spc="-25" dirty="0">
                <a:latin typeface="Trebuchet MS" panose="020B0603020202020204" pitchFamily="34" charset="0"/>
              </a:rPr>
              <a:t>Important </a:t>
            </a:r>
            <a:r>
              <a:rPr b="1" spc="-50" dirty="0">
                <a:latin typeface="Trebuchet MS" panose="020B0603020202020204" pitchFamily="34" charset="0"/>
              </a:rPr>
              <a:t>Terms </a:t>
            </a:r>
            <a:r>
              <a:rPr b="1" spc="-45" dirty="0">
                <a:latin typeface="Trebuchet MS" panose="020B0603020202020204" pitchFamily="34" charset="0"/>
              </a:rPr>
              <a:t>and</a:t>
            </a:r>
            <a:r>
              <a:rPr b="1" spc="125" dirty="0">
                <a:latin typeface="Trebuchet MS" panose="020B0603020202020204" pitchFamily="34" charset="0"/>
              </a:rPr>
              <a:t> </a:t>
            </a:r>
            <a:r>
              <a:rPr b="1" spc="-25" dirty="0">
                <a:latin typeface="Trebuchet MS" panose="020B0603020202020204" pitchFamily="34" charset="0"/>
              </a:rPr>
              <a:t>Definitions</a:t>
            </a:r>
          </a:p>
        </p:txBody>
      </p:sp>
      <p:sp>
        <p:nvSpPr>
          <p:cNvPr id="3" name="object 3"/>
          <p:cNvSpPr txBox="1"/>
          <p:nvPr/>
        </p:nvSpPr>
        <p:spPr>
          <a:xfrm>
            <a:off x="732790" y="1219200"/>
            <a:ext cx="11078210" cy="4959691"/>
          </a:xfrm>
          <a:prstGeom prst="rect">
            <a:avLst/>
          </a:prstGeom>
        </p:spPr>
        <p:txBody>
          <a:bodyPr vert="horz" wrap="square" lIns="0" tIns="62865" rIns="0" bIns="0" rtlCol="0">
            <a:spAutoFit/>
          </a:bodyPr>
          <a:lstStyle/>
          <a:p>
            <a:pPr marL="241300" indent="-228600">
              <a:lnSpc>
                <a:spcPct val="100000"/>
              </a:lnSpc>
              <a:spcBef>
                <a:spcPts val="495"/>
              </a:spcBef>
              <a:buFont typeface="Wingdings"/>
              <a:buChar char=""/>
              <a:tabLst>
                <a:tab pos="241300" algn="l"/>
              </a:tabLst>
            </a:pPr>
            <a:r>
              <a:rPr sz="2600" b="1" dirty="0">
                <a:latin typeface="Times New Roman"/>
                <a:cs typeface="Times New Roman"/>
              </a:rPr>
              <a:t>Bootloader</a:t>
            </a:r>
          </a:p>
          <a:p>
            <a:pPr marL="927100" lvl="1" indent="-457200">
              <a:lnSpc>
                <a:spcPct val="100000"/>
              </a:lnSpc>
              <a:spcBef>
                <a:spcPts val="395"/>
              </a:spcBef>
              <a:buFont typeface="Arial" panose="020B0604020202020204" pitchFamily="34" charset="0"/>
              <a:buChar char="•"/>
              <a:tabLst>
                <a:tab pos="698500" algn="l"/>
              </a:tabLst>
            </a:pPr>
            <a:r>
              <a:rPr sz="2600" spc="-5" dirty="0">
                <a:latin typeface="Times New Roman"/>
                <a:cs typeface="Times New Roman"/>
              </a:rPr>
              <a:t>Called </a:t>
            </a:r>
            <a:r>
              <a:rPr sz="2600" dirty="0">
                <a:latin typeface="Times New Roman"/>
                <a:cs typeface="Times New Roman"/>
              </a:rPr>
              <a:t>by</a:t>
            </a:r>
            <a:r>
              <a:rPr sz="2600" spc="-15" dirty="0">
                <a:latin typeface="Times New Roman"/>
                <a:cs typeface="Times New Roman"/>
              </a:rPr>
              <a:t> </a:t>
            </a:r>
            <a:r>
              <a:rPr sz="2600" dirty="0">
                <a:latin typeface="Times New Roman"/>
                <a:cs typeface="Times New Roman"/>
              </a:rPr>
              <a:t>BIOS</a:t>
            </a:r>
          </a:p>
          <a:p>
            <a:pPr marL="927100" lvl="1" indent="-457200">
              <a:lnSpc>
                <a:spcPct val="100000"/>
              </a:lnSpc>
              <a:spcBef>
                <a:spcPts val="409"/>
              </a:spcBef>
              <a:buFont typeface="Arial" panose="020B0604020202020204" pitchFamily="34" charset="0"/>
              <a:buChar char="•"/>
              <a:tabLst>
                <a:tab pos="698500" algn="l"/>
              </a:tabLst>
            </a:pPr>
            <a:r>
              <a:rPr lang="en-US" sz="2600" spc="-5" dirty="0">
                <a:latin typeface="Times New Roman"/>
                <a:cs typeface="Times New Roman"/>
              </a:rPr>
              <a:t>A boot loader, also called a boot manager, is a small program that places the operating system of a computer into memory.</a:t>
            </a:r>
          </a:p>
          <a:p>
            <a:pPr marL="927100" lvl="1" indent="-457200">
              <a:lnSpc>
                <a:spcPct val="100000"/>
              </a:lnSpc>
              <a:spcBef>
                <a:spcPts val="409"/>
              </a:spcBef>
              <a:buFont typeface="Arial" panose="020B0604020202020204" pitchFamily="34" charset="0"/>
              <a:buChar char="•"/>
              <a:tabLst>
                <a:tab pos="698500" algn="l"/>
              </a:tabLst>
            </a:pPr>
            <a:r>
              <a:rPr lang="en-US" sz="2600" dirty="0">
                <a:latin typeface="Times New Roman"/>
                <a:cs typeface="Times New Roman"/>
              </a:rPr>
              <a:t>It is stored in the</a:t>
            </a:r>
            <a:r>
              <a:rPr lang="en-US" sz="2600" spc="-105" dirty="0">
                <a:latin typeface="Times New Roman"/>
                <a:cs typeface="Times New Roman"/>
              </a:rPr>
              <a:t> </a:t>
            </a:r>
            <a:r>
              <a:rPr lang="en-US" sz="2600" dirty="0">
                <a:latin typeface="Times New Roman"/>
                <a:cs typeface="Times New Roman"/>
              </a:rPr>
              <a:t>ROM.</a:t>
            </a:r>
          </a:p>
          <a:p>
            <a:pPr marL="927100" lvl="1" indent="-457200">
              <a:lnSpc>
                <a:spcPct val="100000"/>
              </a:lnSpc>
              <a:spcBef>
                <a:spcPts val="400"/>
              </a:spcBef>
              <a:buFont typeface="Arial" panose="020B0604020202020204" pitchFamily="34" charset="0"/>
              <a:buChar char="•"/>
              <a:tabLst>
                <a:tab pos="698500" algn="l"/>
              </a:tabLst>
            </a:pPr>
            <a:r>
              <a:rPr sz="2600" dirty="0">
                <a:latin typeface="Times New Roman"/>
                <a:cs typeface="Times New Roman"/>
              </a:rPr>
              <a:t>It </a:t>
            </a:r>
            <a:r>
              <a:rPr sz="2600" spc="-5" dirty="0">
                <a:latin typeface="Times New Roman"/>
                <a:cs typeface="Times New Roman"/>
              </a:rPr>
              <a:t>must </a:t>
            </a:r>
            <a:r>
              <a:rPr sz="2600" dirty="0">
                <a:latin typeface="Times New Roman"/>
                <a:cs typeface="Times New Roman"/>
              </a:rPr>
              <a:t>know </a:t>
            </a:r>
            <a:r>
              <a:rPr sz="2600" spc="5" dirty="0">
                <a:latin typeface="Times New Roman"/>
                <a:cs typeface="Times New Roman"/>
              </a:rPr>
              <a:t>how </a:t>
            </a:r>
            <a:r>
              <a:rPr sz="2600" dirty="0">
                <a:latin typeface="Times New Roman"/>
                <a:cs typeface="Times New Roman"/>
              </a:rPr>
              <a:t>to load the OS and </a:t>
            </a:r>
            <a:r>
              <a:rPr sz="2600" spc="-5" dirty="0">
                <a:latin typeface="Times New Roman"/>
                <a:cs typeface="Times New Roman"/>
              </a:rPr>
              <a:t>start </a:t>
            </a:r>
            <a:r>
              <a:rPr sz="2600" dirty="0">
                <a:latin typeface="Times New Roman"/>
                <a:cs typeface="Times New Roman"/>
              </a:rPr>
              <a:t>executing that</a:t>
            </a:r>
            <a:r>
              <a:rPr sz="2600" spc="-180" dirty="0">
                <a:latin typeface="Times New Roman"/>
                <a:cs typeface="Times New Roman"/>
              </a:rPr>
              <a:t> </a:t>
            </a:r>
            <a:r>
              <a:rPr sz="2600" spc="-5" dirty="0">
                <a:latin typeface="Times New Roman"/>
                <a:cs typeface="Times New Roman"/>
              </a:rPr>
              <a:t>system.</a:t>
            </a:r>
            <a:endParaRPr sz="2600" dirty="0">
              <a:latin typeface="Times New Roman"/>
              <a:cs typeface="Times New Roman"/>
            </a:endParaRPr>
          </a:p>
          <a:p>
            <a:pPr marL="241300" indent="-228600">
              <a:lnSpc>
                <a:spcPct val="100000"/>
              </a:lnSpc>
              <a:spcBef>
                <a:spcPts val="1595"/>
              </a:spcBef>
              <a:buFont typeface="Wingdings"/>
              <a:buChar char=""/>
              <a:tabLst>
                <a:tab pos="241300" algn="l"/>
              </a:tabLst>
            </a:pPr>
            <a:r>
              <a:rPr sz="2600" b="1" dirty="0">
                <a:latin typeface="Times New Roman"/>
                <a:cs typeface="Times New Roman"/>
              </a:rPr>
              <a:t>Process</a:t>
            </a:r>
          </a:p>
          <a:p>
            <a:pPr marL="927100" marR="5080" lvl="1" indent="-457200">
              <a:lnSpc>
                <a:spcPts val="2210"/>
              </a:lnSpc>
              <a:spcBef>
                <a:spcPts val="630"/>
              </a:spcBef>
              <a:buFont typeface="Arial" panose="020B0604020202020204" pitchFamily="34" charset="0"/>
              <a:buChar char="•"/>
              <a:tabLst>
                <a:tab pos="698500" algn="l"/>
              </a:tabLst>
            </a:pPr>
            <a:r>
              <a:rPr sz="2600" dirty="0">
                <a:latin typeface="Times New Roman"/>
                <a:cs typeface="Times New Roman"/>
              </a:rPr>
              <a:t>In computing, a </a:t>
            </a:r>
            <a:r>
              <a:rPr sz="2600" b="1" spc="-5" dirty="0">
                <a:latin typeface="Times New Roman"/>
                <a:cs typeface="Times New Roman"/>
              </a:rPr>
              <a:t>process </a:t>
            </a:r>
            <a:r>
              <a:rPr sz="2600" dirty="0">
                <a:latin typeface="Times New Roman"/>
                <a:cs typeface="Times New Roman"/>
              </a:rPr>
              <a:t>is an </a:t>
            </a:r>
            <a:r>
              <a:rPr sz="2600" dirty="0">
                <a:solidFill>
                  <a:srgbClr val="0563C1"/>
                </a:solidFill>
                <a:uFill>
                  <a:solidFill>
                    <a:srgbClr val="F49100"/>
                  </a:solidFill>
                </a:uFill>
                <a:latin typeface="Times New Roman"/>
                <a:cs typeface="Times New Roman"/>
                <a:hlinkClick r:id="rId3">
                  <a:extLst>
                    <a:ext uri="{A12FA001-AC4F-418D-AE19-62706E023703}">
                      <ahyp:hlinkClr xmlns:ahyp="http://schemas.microsoft.com/office/drawing/2018/hyperlinkcolor" val="tx"/>
                    </a:ext>
                  </a:extLst>
                </a:hlinkClick>
              </a:rPr>
              <a:t>instance</a:t>
            </a:r>
            <a:r>
              <a:rPr sz="2600" dirty="0">
                <a:latin typeface="Times New Roman"/>
                <a:cs typeface="Times New Roman"/>
                <a:hlinkClick r:id="rId3">
                  <a:extLst>
                    <a:ext uri="{A12FA001-AC4F-418D-AE19-62706E023703}">
                      <ahyp:hlinkClr xmlns:ahyp="http://schemas.microsoft.com/office/drawing/2018/hyperlinkcolor" val="tx"/>
                    </a:ext>
                  </a:extLst>
                </a:hlinkClick>
              </a:rPr>
              <a:t> </a:t>
            </a:r>
            <a:r>
              <a:rPr sz="2600" dirty="0">
                <a:latin typeface="Times New Roman"/>
                <a:cs typeface="Times New Roman"/>
              </a:rPr>
              <a:t>of </a:t>
            </a:r>
            <a:r>
              <a:rPr sz="2600" spc="-10" dirty="0">
                <a:latin typeface="Times New Roman"/>
                <a:cs typeface="Times New Roman"/>
              </a:rPr>
              <a:t>a</a:t>
            </a:r>
            <a:r>
              <a:rPr sz="2600" u="sng" spc="-10" dirty="0">
                <a:uFill>
                  <a:solidFill>
                    <a:srgbClr val="D26900"/>
                  </a:solidFill>
                </a:uFill>
                <a:latin typeface="Times New Roman"/>
                <a:cs typeface="Times New Roman"/>
                <a:hlinkClick r:id="rId4"/>
              </a:rPr>
              <a:t> </a:t>
            </a:r>
            <a:r>
              <a:rPr sz="2600" u="sng" spc="-5" dirty="0">
                <a:solidFill>
                  <a:srgbClr val="D26900"/>
                </a:solidFill>
                <a:uFill>
                  <a:solidFill>
                    <a:srgbClr val="D26900"/>
                  </a:solidFill>
                </a:uFill>
                <a:latin typeface="Times New Roman"/>
                <a:cs typeface="Times New Roman"/>
                <a:hlinkClick r:id="rId4"/>
              </a:rPr>
              <a:t>computer program</a:t>
            </a:r>
            <a:r>
              <a:rPr sz="2600" spc="-5" dirty="0">
                <a:solidFill>
                  <a:srgbClr val="D26900"/>
                </a:solidFill>
                <a:latin typeface="Times New Roman"/>
                <a:cs typeface="Times New Roman"/>
                <a:hlinkClick r:id="rId4"/>
              </a:rPr>
              <a:t> </a:t>
            </a:r>
            <a:r>
              <a:rPr sz="2600" dirty="0">
                <a:latin typeface="Times New Roman"/>
                <a:cs typeface="Times New Roman"/>
              </a:rPr>
              <a:t>that is being</a:t>
            </a:r>
            <a:r>
              <a:rPr sz="2600" spc="365" dirty="0">
                <a:latin typeface="Times New Roman"/>
                <a:cs typeface="Times New Roman"/>
              </a:rPr>
              <a:t> </a:t>
            </a:r>
            <a:r>
              <a:rPr sz="2600" dirty="0">
                <a:latin typeface="Times New Roman"/>
                <a:cs typeface="Times New Roman"/>
              </a:rPr>
              <a:t>executed.  It contains the program code and </a:t>
            </a:r>
            <a:r>
              <a:rPr sz="2600" spc="-5" dirty="0">
                <a:latin typeface="Times New Roman"/>
                <a:cs typeface="Times New Roman"/>
              </a:rPr>
              <a:t>its</a:t>
            </a:r>
            <a:r>
              <a:rPr sz="2600" spc="-160" dirty="0">
                <a:latin typeface="Times New Roman"/>
                <a:cs typeface="Times New Roman"/>
              </a:rPr>
              <a:t> </a:t>
            </a:r>
            <a:r>
              <a:rPr sz="2600" spc="-20" dirty="0">
                <a:latin typeface="Times New Roman"/>
                <a:cs typeface="Times New Roman"/>
              </a:rPr>
              <a:t>activity.</a:t>
            </a:r>
            <a:endParaRPr sz="2600" dirty="0">
              <a:latin typeface="Times New Roman"/>
              <a:cs typeface="Times New Roman"/>
            </a:endParaRPr>
          </a:p>
          <a:p>
            <a:pPr marL="241300" indent="-228600">
              <a:lnSpc>
                <a:spcPct val="100000"/>
              </a:lnSpc>
              <a:spcBef>
                <a:spcPts val="1460"/>
              </a:spcBef>
              <a:buFont typeface="Wingdings"/>
              <a:buChar char=""/>
              <a:tabLst>
                <a:tab pos="241300" algn="l"/>
              </a:tabLst>
            </a:pPr>
            <a:r>
              <a:rPr sz="2600" b="1" dirty="0">
                <a:latin typeface="Times New Roman"/>
                <a:cs typeface="Times New Roman"/>
              </a:rPr>
              <a:t>Kernel</a:t>
            </a:r>
          </a:p>
          <a:p>
            <a:pPr marL="927100" lvl="1" indent="-457200">
              <a:lnSpc>
                <a:spcPct val="100000"/>
              </a:lnSpc>
              <a:spcBef>
                <a:spcPts val="395"/>
              </a:spcBef>
              <a:buFont typeface="Arial" panose="020B0604020202020204" pitchFamily="34" charset="0"/>
              <a:buChar char="•"/>
              <a:tabLst>
                <a:tab pos="698500" algn="l"/>
              </a:tabLst>
            </a:pPr>
            <a:r>
              <a:rPr sz="2600" dirty="0">
                <a:latin typeface="Times New Roman"/>
                <a:cs typeface="Times New Roman"/>
              </a:rPr>
              <a:t>A </a:t>
            </a:r>
            <a:r>
              <a:rPr sz="2600" b="1" dirty="0">
                <a:latin typeface="Times New Roman"/>
                <a:cs typeface="Times New Roman"/>
              </a:rPr>
              <a:t>kernel </a:t>
            </a:r>
            <a:r>
              <a:rPr sz="2600" dirty="0">
                <a:latin typeface="Times New Roman"/>
                <a:cs typeface="Times New Roman"/>
              </a:rPr>
              <a:t>is the central part of an</a:t>
            </a:r>
            <a:r>
              <a:rPr sz="2600" dirty="0">
                <a:solidFill>
                  <a:srgbClr val="D26900"/>
                </a:solidFill>
                <a:latin typeface="Times New Roman"/>
                <a:cs typeface="Times New Roman"/>
              </a:rPr>
              <a:t> </a:t>
            </a:r>
            <a:r>
              <a:rPr sz="2600" u="sng" dirty="0">
                <a:solidFill>
                  <a:srgbClr val="D26900"/>
                </a:solidFill>
                <a:uFill>
                  <a:solidFill>
                    <a:srgbClr val="F49100"/>
                  </a:solidFill>
                </a:uFill>
                <a:latin typeface="Times New Roman"/>
                <a:cs typeface="Times New Roman"/>
                <a:hlinkClick r:id="rId5"/>
              </a:rPr>
              <a:t>operating</a:t>
            </a:r>
            <a:r>
              <a:rPr sz="2600" u="sng" spc="-260" dirty="0">
                <a:solidFill>
                  <a:srgbClr val="D26900"/>
                </a:solidFill>
                <a:uFill>
                  <a:solidFill>
                    <a:srgbClr val="F49100"/>
                  </a:solidFill>
                </a:uFill>
                <a:latin typeface="Times New Roman"/>
                <a:cs typeface="Times New Roman"/>
                <a:hlinkClick r:id="rId5"/>
              </a:rPr>
              <a:t> </a:t>
            </a:r>
            <a:r>
              <a:rPr sz="2600" u="sng" spc="-5" dirty="0">
                <a:solidFill>
                  <a:srgbClr val="D26900"/>
                </a:solidFill>
                <a:uFill>
                  <a:solidFill>
                    <a:srgbClr val="F49100"/>
                  </a:solidFill>
                </a:uFill>
                <a:latin typeface="Times New Roman"/>
                <a:cs typeface="Times New Roman"/>
                <a:hlinkClick r:id="rId5"/>
              </a:rPr>
              <a:t>system</a:t>
            </a:r>
            <a:r>
              <a:rPr sz="2600" spc="-5" dirty="0">
                <a:latin typeface="Times New Roman"/>
                <a:cs typeface="Times New Roman"/>
              </a:rPr>
              <a:t>.</a:t>
            </a:r>
            <a:endParaRPr sz="26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2362</TotalTime>
  <Words>1120</Words>
  <Application>Microsoft Office PowerPoint</Application>
  <PresentationFormat>Widescreen</PresentationFormat>
  <Paragraphs>103</Paragraphs>
  <Slides>20</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arial</vt:lpstr>
      <vt:lpstr>Arial Black</vt:lpstr>
      <vt:lpstr>Calibri</vt:lpstr>
      <vt:lpstr>Calibri Light</vt:lpstr>
      <vt:lpstr>Impact</vt:lpstr>
      <vt:lpstr>PT Serif</vt:lpstr>
      <vt:lpstr>Times New Roman</vt:lpstr>
      <vt:lpstr>Trebuchet MS</vt:lpstr>
      <vt:lpstr>Wingdings</vt:lpstr>
      <vt:lpstr>Office Theme</vt:lpstr>
      <vt:lpstr>PowerPoint Presentation</vt:lpstr>
      <vt:lpstr>Operating Systems</vt:lpstr>
      <vt:lpstr>What do operating systems do?</vt:lpstr>
      <vt:lpstr>PowerPoint Presentation</vt:lpstr>
      <vt:lpstr>Examples of Operating Systems</vt:lpstr>
      <vt:lpstr>Goals of Operating System</vt:lpstr>
      <vt:lpstr>Computer System Operation</vt:lpstr>
      <vt:lpstr>PowerPoint Presentation</vt:lpstr>
      <vt:lpstr>Storage Structure</vt:lpstr>
      <vt:lpstr>PowerPoint Presentation</vt:lpstr>
      <vt:lpstr>Types of Operating System</vt:lpstr>
      <vt:lpstr>Batch Operating System</vt:lpstr>
      <vt:lpstr>Multiprogramming</vt:lpstr>
      <vt:lpstr>Multitasking (Time Sharing)</vt:lpstr>
      <vt:lpstr>PowerPoint Presentation</vt:lpstr>
      <vt:lpstr>Multiprocessing</vt:lpstr>
      <vt:lpstr>Operating System Services</vt:lpstr>
      <vt:lpstr>PowerPoint Presentation</vt:lpstr>
      <vt:lpstr>BIOS(Basic Input Output System)</vt:lpstr>
      <vt:lpstr>Important Terms and Definitions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nformation and communication technology</dc:title>
  <dc:creator>Ifrah-Q</dc:creator>
  <cp:lastModifiedBy>Qurrat Ul Ain i220727</cp:lastModifiedBy>
  <cp:revision>4</cp:revision>
  <dcterms:created xsi:type="dcterms:W3CDTF">2022-10-18T06:37:35Z</dcterms:created>
  <dcterms:modified xsi:type="dcterms:W3CDTF">2023-10-18T13:11:21Z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2020-11-19T00:00:00Z</vt:filetime>
  </property>
  <property fmtid="{D5CDD505-2E9C-101B-9397-08002B2CF9AE}" pid="3" name="Creator">
    <vt:lpwstr>Microsoft® PowerPoint® for Microsoft 365</vt:lpwstr>
  </property>
  <property fmtid="{D5CDD505-2E9C-101B-9397-08002B2CF9AE}" pid="4" name="LastSaved">
    <vt:filetime>2022-10-18T00:00:00Z</vt:filetime>
  </property>
</Properties>
</file>