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83"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14" autoAdjust="0"/>
    <p:restoredTop sz="94107" autoAdjust="0"/>
  </p:normalViewPr>
  <p:slideViewPr>
    <p:cSldViewPr>
      <p:cViewPr varScale="1">
        <p:scale>
          <a:sx n="65" d="100"/>
          <a:sy n="65" d="100"/>
        </p:scale>
        <p:origin x="660"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C80C5A-13DD-4480-A529-24585D789E1D}" type="doc">
      <dgm:prSet loTypeId="urn:microsoft.com/office/officeart/2005/8/layout/radial3" loCatId="cycle" qsTypeId="urn:microsoft.com/office/officeart/2005/8/quickstyle/simple1" qsCatId="simple" csTypeId="urn:microsoft.com/office/officeart/2005/8/colors/colorful5" csCatId="colorful" phldr="1"/>
      <dgm:spPr/>
      <dgm:t>
        <a:bodyPr/>
        <a:lstStyle/>
        <a:p>
          <a:endParaRPr lang="en-US"/>
        </a:p>
      </dgm:t>
    </dgm:pt>
    <dgm:pt modelId="{902661FA-B105-4007-9FBA-B2260D0BAD55}">
      <dgm:prSet phldrT="[Text]"/>
      <dgm:spPr/>
      <dgm:t>
        <a:bodyPr/>
        <a:lstStyle/>
        <a:p>
          <a:r>
            <a:rPr lang="en-US" b="1" spc="55" dirty="0"/>
            <a:t>Advantages </a:t>
          </a:r>
          <a:r>
            <a:rPr lang="en-US" b="1" spc="20" dirty="0"/>
            <a:t>of</a:t>
          </a:r>
          <a:r>
            <a:rPr lang="en-US" b="1" spc="-700" dirty="0"/>
            <a:t> </a:t>
          </a:r>
          <a:r>
            <a:rPr lang="en-US" b="1" spc="-50" dirty="0"/>
            <a:t>Online </a:t>
          </a:r>
          <a:r>
            <a:rPr lang="en-US" b="1" spc="20" dirty="0"/>
            <a:t>Communication</a:t>
          </a:r>
          <a:endParaRPr lang="en-US" b="1" dirty="0"/>
        </a:p>
      </dgm:t>
    </dgm:pt>
    <dgm:pt modelId="{D3133BA1-67DD-47F6-BD47-9F100025402F}" type="parTrans" cxnId="{BFD30E51-35EB-4136-91F2-1E969D2A5A85}">
      <dgm:prSet/>
      <dgm:spPr/>
      <dgm:t>
        <a:bodyPr/>
        <a:lstStyle/>
        <a:p>
          <a:endParaRPr lang="en-US"/>
        </a:p>
      </dgm:t>
    </dgm:pt>
    <dgm:pt modelId="{172CCA4C-D364-474B-AC9D-B4B9B16F5F20}" type="sibTrans" cxnId="{BFD30E51-35EB-4136-91F2-1E969D2A5A85}">
      <dgm:prSet/>
      <dgm:spPr/>
      <dgm:t>
        <a:bodyPr/>
        <a:lstStyle/>
        <a:p>
          <a:endParaRPr lang="en-US"/>
        </a:p>
      </dgm:t>
    </dgm:pt>
    <dgm:pt modelId="{1278A78C-7725-4479-A7BE-83FD72B860E2}">
      <dgm:prSet phldrT="[Text]" custT="1"/>
      <dgm:spPr/>
      <dgm:t>
        <a:bodyPr/>
        <a:lstStyle/>
        <a:p>
          <a:r>
            <a:rPr lang="en-US" sz="2000" b="1" i="0" dirty="0"/>
            <a:t>Cost-Effective</a:t>
          </a:r>
          <a:endParaRPr lang="en-US" sz="2000" b="1" dirty="0"/>
        </a:p>
      </dgm:t>
    </dgm:pt>
    <dgm:pt modelId="{9D8383FF-3DD5-4D17-AA29-FA737C1EE7D3}" type="parTrans" cxnId="{71217C23-A36E-4E05-B819-8675637702AB}">
      <dgm:prSet/>
      <dgm:spPr/>
      <dgm:t>
        <a:bodyPr/>
        <a:lstStyle/>
        <a:p>
          <a:endParaRPr lang="en-US"/>
        </a:p>
      </dgm:t>
    </dgm:pt>
    <dgm:pt modelId="{3EF4C0C8-73E0-4BDA-B723-236A84EA8A50}" type="sibTrans" cxnId="{71217C23-A36E-4E05-B819-8675637702AB}">
      <dgm:prSet/>
      <dgm:spPr/>
      <dgm:t>
        <a:bodyPr/>
        <a:lstStyle/>
        <a:p>
          <a:endParaRPr lang="en-US"/>
        </a:p>
      </dgm:t>
    </dgm:pt>
    <dgm:pt modelId="{B7CE94D8-357C-47FA-A1E9-74454EA849D5}">
      <dgm:prSet phldrT="[Text]" custT="1"/>
      <dgm:spPr/>
      <dgm:t>
        <a:bodyPr/>
        <a:lstStyle/>
        <a:p>
          <a:pPr>
            <a:buClr>
              <a:srgbClr val="252525"/>
            </a:buClr>
            <a:buFont typeface="Arial"/>
            <a:buChar char="◦"/>
          </a:pPr>
          <a:r>
            <a:rPr lang="en-US" sz="2000" b="1" spc="-15" dirty="0">
              <a:latin typeface="Verdana"/>
              <a:cs typeface="Verdana"/>
            </a:rPr>
            <a:t>Globalization</a:t>
          </a:r>
          <a:endParaRPr lang="en-US" sz="2000" b="1" dirty="0"/>
        </a:p>
      </dgm:t>
    </dgm:pt>
    <dgm:pt modelId="{AEA61DF4-EB37-4D73-8318-4F4F5AA71061}" type="parTrans" cxnId="{62930D4D-983F-4E38-A3C2-26447D830A3B}">
      <dgm:prSet/>
      <dgm:spPr/>
      <dgm:t>
        <a:bodyPr/>
        <a:lstStyle/>
        <a:p>
          <a:endParaRPr lang="en-US"/>
        </a:p>
      </dgm:t>
    </dgm:pt>
    <dgm:pt modelId="{7E052F6E-BF8E-40B4-87EE-A47A7DEC585C}" type="sibTrans" cxnId="{62930D4D-983F-4E38-A3C2-26447D830A3B}">
      <dgm:prSet/>
      <dgm:spPr/>
      <dgm:t>
        <a:bodyPr/>
        <a:lstStyle/>
        <a:p>
          <a:endParaRPr lang="en-US"/>
        </a:p>
      </dgm:t>
    </dgm:pt>
    <dgm:pt modelId="{7AFC2F79-AB81-43E0-81B0-B6D932F67A78}">
      <dgm:prSet phldrT="[Text]" custT="1"/>
      <dgm:spPr/>
      <dgm:t>
        <a:bodyPr/>
        <a:lstStyle/>
        <a:p>
          <a:r>
            <a:rPr lang="en-US" sz="2000" b="1" i="0" dirty="0"/>
            <a:t>Improved Productivity and Efficiency</a:t>
          </a:r>
          <a:endParaRPr lang="en-US" sz="2000" b="1" dirty="0"/>
        </a:p>
      </dgm:t>
    </dgm:pt>
    <dgm:pt modelId="{0BA09EE7-D020-4BA2-8C5C-00DAFEC2A456}" type="parTrans" cxnId="{E8FC6AE7-D6A3-4F0E-9402-BFA92A76FEBD}">
      <dgm:prSet/>
      <dgm:spPr/>
      <dgm:t>
        <a:bodyPr/>
        <a:lstStyle/>
        <a:p>
          <a:endParaRPr lang="en-US"/>
        </a:p>
      </dgm:t>
    </dgm:pt>
    <dgm:pt modelId="{5720D7DB-B142-495F-8E00-9EA10EBA3DAB}" type="sibTrans" cxnId="{E8FC6AE7-D6A3-4F0E-9402-BFA92A76FEBD}">
      <dgm:prSet/>
      <dgm:spPr/>
      <dgm:t>
        <a:bodyPr/>
        <a:lstStyle/>
        <a:p>
          <a:endParaRPr lang="en-US"/>
        </a:p>
      </dgm:t>
    </dgm:pt>
    <dgm:pt modelId="{58077654-E966-4658-AA2F-48E06A7B3F3A}">
      <dgm:prSet phldrT="[Text]" custT="1"/>
      <dgm:spPr/>
      <dgm:t>
        <a:bodyPr/>
        <a:lstStyle/>
        <a:p>
          <a:r>
            <a:rPr lang="en-US" sz="2000" b="1" i="0" dirty="0"/>
            <a:t>Easily Accessible</a:t>
          </a:r>
          <a:endParaRPr lang="en-US" sz="2000" b="1" dirty="0"/>
        </a:p>
      </dgm:t>
    </dgm:pt>
    <dgm:pt modelId="{93D08118-F51C-448E-8B3C-ED263458CF98}" type="parTrans" cxnId="{42D86FE0-1F76-4A53-A40E-C1491E8679E7}">
      <dgm:prSet/>
      <dgm:spPr/>
      <dgm:t>
        <a:bodyPr/>
        <a:lstStyle/>
        <a:p>
          <a:endParaRPr lang="en-US"/>
        </a:p>
      </dgm:t>
    </dgm:pt>
    <dgm:pt modelId="{908C4EEF-D3BA-407C-A561-5D27A884F2C8}" type="sibTrans" cxnId="{42D86FE0-1F76-4A53-A40E-C1491E8679E7}">
      <dgm:prSet/>
      <dgm:spPr/>
      <dgm:t>
        <a:bodyPr/>
        <a:lstStyle/>
        <a:p>
          <a:endParaRPr lang="en-US"/>
        </a:p>
      </dgm:t>
    </dgm:pt>
    <dgm:pt modelId="{B34CC4C6-17FC-494C-B15F-18ACBD7A9CE8}">
      <dgm:prSet phldrT="[Text]" custT="1"/>
      <dgm:spPr/>
      <dgm:t>
        <a:bodyPr/>
        <a:lstStyle/>
        <a:p>
          <a:r>
            <a:rPr lang="en-US" sz="2000" b="1" i="0" dirty="0"/>
            <a:t>Convenience and Ease</a:t>
          </a:r>
          <a:endParaRPr lang="en-US" sz="2000" b="1" dirty="0"/>
        </a:p>
      </dgm:t>
    </dgm:pt>
    <dgm:pt modelId="{8EA89117-4460-4BDC-B39A-13B99EDFAC79}" type="parTrans" cxnId="{B1845117-5892-4E2C-AF3C-1FBDC7580171}">
      <dgm:prSet/>
      <dgm:spPr/>
      <dgm:t>
        <a:bodyPr/>
        <a:lstStyle/>
        <a:p>
          <a:endParaRPr lang="en-US"/>
        </a:p>
      </dgm:t>
    </dgm:pt>
    <dgm:pt modelId="{1C1122AC-7386-4D77-9127-E1D1925839F3}" type="sibTrans" cxnId="{B1845117-5892-4E2C-AF3C-1FBDC7580171}">
      <dgm:prSet/>
      <dgm:spPr/>
      <dgm:t>
        <a:bodyPr/>
        <a:lstStyle/>
        <a:p>
          <a:endParaRPr lang="en-US"/>
        </a:p>
      </dgm:t>
    </dgm:pt>
    <dgm:pt modelId="{1D5DC06D-2DAE-4BF4-A8B8-2B57750E5646}" type="pres">
      <dgm:prSet presAssocID="{9CC80C5A-13DD-4480-A529-24585D789E1D}" presName="composite" presStyleCnt="0">
        <dgm:presLayoutVars>
          <dgm:chMax val="1"/>
          <dgm:dir/>
          <dgm:resizeHandles val="exact"/>
        </dgm:presLayoutVars>
      </dgm:prSet>
      <dgm:spPr/>
    </dgm:pt>
    <dgm:pt modelId="{2AF3D657-B91A-4E02-B6FC-9CA96F9CDADA}" type="pres">
      <dgm:prSet presAssocID="{9CC80C5A-13DD-4480-A529-24585D789E1D}" presName="radial" presStyleCnt="0">
        <dgm:presLayoutVars>
          <dgm:animLvl val="ctr"/>
        </dgm:presLayoutVars>
      </dgm:prSet>
      <dgm:spPr/>
    </dgm:pt>
    <dgm:pt modelId="{0FF2E0BA-925B-48A0-B533-EAD34A4A5C07}" type="pres">
      <dgm:prSet presAssocID="{902661FA-B105-4007-9FBA-B2260D0BAD55}" presName="centerShape" presStyleLbl="vennNode1" presStyleIdx="0" presStyleCnt="6"/>
      <dgm:spPr/>
    </dgm:pt>
    <dgm:pt modelId="{27765642-4BD2-4848-B6D3-994850FCB24C}" type="pres">
      <dgm:prSet presAssocID="{1278A78C-7725-4479-A7BE-83FD72B860E2}" presName="node" presStyleLbl="vennNode1" presStyleIdx="1" presStyleCnt="6" custScaleX="106179" custScaleY="104255">
        <dgm:presLayoutVars>
          <dgm:bulletEnabled val="1"/>
        </dgm:presLayoutVars>
      </dgm:prSet>
      <dgm:spPr/>
    </dgm:pt>
    <dgm:pt modelId="{8D648E79-BACC-4887-813C-8E83B3634076}" type="pres">
      <dgm:prSet presAssocID="{B34CC4C6-17FC-494C-B15F-18ACBD7A9CE8}" presName="node" presStyleLbl="vennNode1" presStyleIdx="2" presStyleCnt="6" custScaleX="105970" custScaleY="106162">
        <dgm:presLayoutVars>
          <dgm:bulletEnabled val="1"/>
        </dgm:presLayoutVars>
      </dgm:prSet>
      <dgm:spPr/>
    </dgm:pt>
    <dgm:pt modelId="{770864FE-7A36-4211-BBC2-5497E611525C}" type="pres">
      <dgm:prSet presAssocID="{B7CE94D8-357C-47FA-A1E9-74454EA849D5}" presName="node" presStyleLbl="vennNode1" presStyleIdx="3" presStyleCnt="6">
        <dgm:presLayoutVars>
          <dgm:bulletEnabled val="1"/>
        </dgm:presLayoutVars>
      </dgm:prSet>
      <dgm:spPr/>
    </dgm:pt>
    <dgm:pt modelId="{DF2A23D4-BB29-4445-AC11-A84E4B960BDA}" type="pres">
      <dgm:prSet presAssocID="{7AFC2F79-AB81-43E0-81B0-B6D932F67A78}" presName="node" presStyleLbl="vennNode1" presStyleIdx="4" presStyleCnt="6">
        <dgm:presLayoutVars>
          <dgm:bulletEnabled val="1"/>
        </dgm:presLayoutVars>
      </dgm:prSet>
      <dgm:spPr/>
    </dgm:pt>
    <dgm:pt modelId="{A1ED9CC5-D7DF-459A-AB30-D73677445771}" type="pres">
      <dgm:prSet presAssocID="{58077654-E966-4658-AA2F-48E06A7B3F3A}" presName="node" presStyleLbl="vennNode1" presStyleIdx="5" presStyleCnt="6">
        <dgm:presLayoutVars>
          <dgm:bulletEnabled val="1"/>
        </dgm:presLayoutVars>
      </dgm:prSet>
      <dgm:spPr/>
    </dgm:pt>
  </dgm:ptLst>
  <dgm:cxnLst>
    <dgm:cxn modelId="{B1845117-5892-4E2C-AF3C-1FBDC7580171}" srcId="{902661FA-B105-4007-9FBA-B2260D0BAD55}" destId="{B34CC4C6-17FC-494C-B15F-18ACBD7A9CE8}" srcOrd="1" destOrd="0" parTransId="{8EA89117-4460-4BDC-B39A-13B99EDFAC79}" sibTransId="{1C1122AC-7386-4D77-9127-E1D1925839F3}"/>
    <dgm:cxn modelId="{71217C23-A36E-4E05-B819-8675637702AB}" srcId="{902661FA-B105-4007-9FBA-B2260D0BAD55}" destId="{1278A78C-7725-4479-A7BE-83FD72B860E2}" srcOrd="0" destOrd="0" parTransId="{9D8383FF-3DD5-4D17-AA29-FA737C1EE7D3}" sibTransId="{3EF4C0C8-73E0-4BDA-B723-236A84EA8A50}"/>
    <dgm:cxn modelId="{DA61C727-0C28-4233-9318-7E4A91B1D95C}" type="presOf" srcId="{7AFC2F79-AB81-43E0-81B0-B6D932F67A78}" destId="{DF2A23D4-BB29-4445-AC11-A84E4B960BDA}" srcOrd="0" destOrd="0" presId="urn:microsoft.com/office/officeart/2005/8/layout/radial3"/>
    <dgm:cxn modelId="{7AD27D34-0CAD-4E1A-B156-FF8E9F20990E}" type="presOf" srcId="{9CC80C5A-13DD-4480-A529-24585D789E1D}" destId="{1D5DC06D-2DAE-4BF4-A8B8-2B57750E5646}" srcOrd="0" destOrd="0" presId="urn:microsoft.com/office/officeart/2005/8/layout/radial3"/>
    <dgm:cxn modelId="{91755649-E6CC-486E-9556-0F279B28845E}" type="presOf" srcId="{58077654-E966-4658-AA2F-48E06A7B3F3A}" destId="{A1ED9CC5-D7DF-459A-AB30-D73677445771}" srcOrd="0" destOrd="0" presId="urn:microsoft.com/office/officeart/2005/8/layout/radial3"/>
    <dgm:cxn modelId="{62930D4D-983F-4E38-A3C2-26447D830A3B}" srcId="{902661FA-B105-4007-9FBA-B2260D0BAD55}" destId="{B7CE94D8-357C-47FA-A1E9-74454EA849D5}" srcOrd="2" destOrd="0" parTransId="{AEA61DF4-EB37-4D73-8318-4F4F5AA71061}" sibTransId="{7E052F6E-BF8E-40B4-87EE-A47A7DEC585C}"/>
    <dgm:cxn modelId="{3646334F-249F-4985-A194-D2394FE2CC2D}" type="presOf" srcId="{B7CE94D8-357C-47FA-A1E9-74454EA849D5}" destId="{770864FE-7A36-4211-BBC2-5497E611525C}" srcOrd="0" destOrd="0" presId="urn:microsoft.com/office/officeart/2005/8/layout/radial3"/>
    <dgm:cxn modelId="{BFD30E51-35EB-4136-91F2-1E969D2A5A85}" srcId="{9CC80C5A-13DD-4480-A529-24585D789E1D}" destId="{902661FA-B105-4007-9FBA-B2260D0BAD55}" srcOrd="0" destOrd="0" parTransId="{D3133BA1-67DD-47F6-BD47-9F100025402F}" sibTransId="{172CCA4C-D364-474B-AC9D-B4B9B16F5F20}"/>
    <dgm:cxn modelId="{70B822BC-8BB7-4AC4-ACAB-3875DC974344}" type="presOf" srcId="{902661FA-B105-4007-9FBA-B2260D0BAD55}" destId="{0FF2E0BA-925B-48A0-B533-EAD34A4A5C07}" srcOrd="0" destOrd="0" presId="urn:microsoft.com/office/officeart/2005/8/layout/radial3"/>
    <dgm:cxn modelId="{FE5518BD-44CF-4D91-B078-FFD3A0501648}" type="presOf" srcId="{1278A78C-7725-4479-A7BE-83FD72B860E2}" destId="{27765642-4BD2-4848-B6D3-994850FCB24C}" srcOrd="0" destOrd="0" presId="urn:microsoft.com/office/officeart/2005/8/layout/radial3"/>
    <dgm:cxn modelId="{77A3C0C8-BB3A-4DE0-9C5D-DA1B3B8EEB35}" type="presOf" srcId="{B34CC4C6-17FC-494C-B15F-18ACBD7A9CE8}" destId="{8D648E79-BACC-4887-813C-8E83B3634076}" srcOrd="0" destOrd="0" presId="urn:microsoft.com/office/officeart/2005/8/layout/radial3"/>
    <dgm:cxn modelId="{42D86FE0-1F76-4A53-A40E-C1491E8679E7}" srcId="{902661FA-B105-4007-9FBA-B2260D0BAD55}" destId="{58077654-E966-4658-AA2F-48E06A7B3F3A}" srcOrd="4" destOrd="0" parTransId="{93D08118-F51C-448E-8B3C-ED263458CF98}" sibTransId="{908C4EEF-D3BA-407C-A561-5D27A884F2C8}"/>
    <dgm:cxn modelId="{E8FC6AE7-D6A3-4F0E-9402-BFA92A76FEBD}" srcId="{902661FA-B105-4007-9FBA-B2260D0BAD55}" destId="{7AFC2F79-AB81-43E0-81B0-B6D932F67A78}" srcOrd="3" destOrd="0" parTransId="{0BA09EE7-D020-4BA2-8C5C-00DAFEC2A456}" sibTransId="{5720D7DB-B142-495F-8E00-9EA10EBA3DAB}"/>
    <dgm:cxn modelId="{5794E685-5194-4805-8E22-97EE90E08167}" type="presParOf" srcId="{1D5DC06D-2DAE-4BF4-A8B8-2B57750E5646}" destId="{2AF3D657-B91A-4E02-B6FC-9CA96F9CDADA}" srcOrd="0" destOrd="0" presId="urn:microsoft.com/office/officeart/2005/8/layout/radial3"/>
    <dgm:cxn modelId="{55CA91E4-5F89-4F82-87F5-44237D93FFAC}" type="presParOf" srcId="{2AF3D657-B91A-4E02-B6FC-9CA96F9CDADA}" destId="{0FF2E0BA-925B-48A0-B533-EAD34A4A5C07}" srcOrd="0" destOrd="0" presId="urn:microsoft.com/office/officeart/2005/8/layout/radial3"/>
    <dgm:cxn modelId="{22C7E1A4-6731-4F05-B88D-FBD7C12CA75E}" type="presParOf" srcId="{2AF3D657-B91A-4E02-B6FC-9CA96F9CDADA}" destId="{27765642-4BD2-4848-B6D3-994850FCB24C}" srcOrd="1" destOrd="0" presId="urn:microsoft.com/office/officeart/2005/8/layout/radial3"/>
    <dgm:cxn modelId="{7DB8F3AF-F92B-43AD-A072-E37B602E4D07}" type="presParOf" srcId="{2AF3D657-B91A-4E02-B6FC-9CA96F9CDADA}" destId="{8D648E79-BACC-4887-813C-8E83B3634076}" srcOrd="2" destOrd="0" presId="urn:microsoft.com/office/officeart/2005/8/layout/radial3"/>
    <dgm:cxn modelId="{4D4D8CDF-1712-4C4B-9E8D-C3A832E9D506}" type="presParOf" srcId="{2AF3D657-B91A-4E02-B6FC-9CA96F9CDADA}" destId="{770864FE-7A36-4211-BBC2-5497E611525C}" srcOrd="3" destOrd="0" presId="urn:microsoft.com/office/officeart/2005/8/layout/radial3"/>
    <dgm:cxn modelId="{AA8970A3-97B0-4227-B889-B3C52BA36F00}" type="presParOf" srcId="{2AF3D657-B91A-4E02-B6FC-9CA96F9CDADA}" destId="{DF2A23D4-BB29-4445-AC11-A84E4B960BDA}" srcOrd="4" destOrd="0" presId="urn:microsoft.com/office/officeart/2005/8/layout/radial3"/>
    <dgm:cxn modelId="{12CBA2A8-BDDC-40DD-A513-FA3CE090F644}" type="presParOf" srcId="{2AF3D657-B91A-4E02-B6FC-9CA96F9CDADA}" destId="{A1ED9CC5-D7DF-459A-AB30-D73677445771}" srcOrd="5"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3502143-7A35-40F7-A574-C5AFA2B75A52}" type="doc">
      <dgm:prSet loTypeId="urn:microsoft.com/office/officeart/2005/8/layout/radial3" loCatId="cycle" qsTypeId="urn:microsoft.com/office/officeart/2005/8/quickstyle/simple1" qsCatId="simple" csTypeId="urn:microsoft.com/office/officeart/2005/8/colors/colorful5" csCatId="colorful" phldr="1"/>
      <dgm:spPr/>
      <dgm:t>
        <a:bodyPr/>
        <a:lstStyle/>
        <a:p>
          <a:endParaRPr lang="en-US"/>
        </a:p>
      </dgm:t>
    </dgm:pt>
    <dgm:pt modelId="{11168ADB-5334-4BFE-A608-9CDE970B5B9F}">
      <dgm:prSet phldrT="[Text]"/>
      <dgm:spPr/>
      <dgm:t>
        <a:bodyPr/>
        <a:lstStyle/>
        <a:p>
          <a:r>
            <a:rPr lang="en-US" b="1" spc="-30" dirty="0"/>
            <a:t>Disadvantages </a:t>
          </a:r>
          <a:r>
            <a:rPr lang="en-US" b="1" spc="20" dirty="0"/>
            <a:t>of </a:t>
          </a:r>
          <a:r>
            <a:rPr lang="en-US" b="1" spc="-585" dirty="0"/>
            <a:t> </a:t>
          </a:r>
          <a:r>
            <a:rPr lang="en-US" b="1" spc="-50" dirty="0"/>
            <a:t>Online  </a:t>
          </a:r>
          <a:r>
            <a:rPr lang="en-US" b="1" spc="20" dirty="0"/>
            <a:t>Communication</a:t>
          </a:r>
          <a:endParaRPr lang="en-US" b="1" dirty="0"/>
        </a:p>
      </dgm:t>
    </dgm:pt>
    <dgm:pt modelId="{014FC4A4-67ED-4052-8931-6322103AC8CF}" type="parTrans" cxnId="{155E5EA6-31FB-470E-B140-EE0022A401DD}">
      <dgm:prSet/>
      <dgm:spPr/>
      <dgm:t>
        <a:bodyPr/>
        <a:lstStyle/>
        <a:p>
          <a:endParaRPr lang="en-US"/>
        </a:p>
      </dgm:t>
    </dgm:pt>
    <dgm:pt modelId="{FFD4D6BB-4474-480D-A85E-794EB57FFA48}" type="sibTrans" cxnId="{155E5EA6-31FB-470E-B140-EE0022A401DD}">
      <dgm:prSet/>
      <dgm:spPr/>
      <dgm:t>
        <a:bodyPr/>
        <a:lstStyle/>
        <a:p>
          <a:endParaRPr lang="en-US"/>
        </a:p>
      </dgm:t>
    </dgm:pt>
    <dgm:pt modelId="{8DF8D887-C652-4DFB-8E05-A19EFBF69A5C}">
      <dgm:prSet phldrT="[Text]" custT="1"/>
      <dgm:spPr/>
      <dgm:t>
        <a:bodyPr/>
        <a:lstStyle/>
        <a:p>
          <a:pPr>
            <a:buClr>
              <a:srgbClr val="252525"/>
            </a:buClr>
            <a:buFont typeface="Arial"/>
            <a:buChar char="◦"/>
          </a:pPr>
          <a:r>
            <a:rPr lang="en-US" sz="1800" b="1" spc="-40" dirty="0">
              <a:latin typeface="Verdana"/>
              <a:cs typeface="Verdana"/>
            </a:rPr>
            <a:t>Requires</a:t>
          </a:r>
          <a:r>
            <a:rPr lang="en-US" sz="1800" b="1" spc="-220" dirty="0">
              <a:latin typeface="Verdana"/>
              <a:cs typeface="Verdana"/>
            </a:rPr>
            <a:t> </a:t>
          </a:r>
          <a:r>
            <a:rPr lang="en-US" sz="1800" b="1" spc="225" dirty="0">
              <a:latin typeface="Verdana"/>
              <a:cs typeface="Verdana"/>
            </a:rPr>
            <a:t>a</a:t>
          </a:r>
          <a:r>
            <a:rPr lang="en-US" sz="1800" b="1" spc="-215" dirty="0">
              <a:latin typeface="Verdana"/>
              <a:cs typeface="Verdana"/>
            </a:rPr>
            <a:t> </a:t>
          </a:r>
          <a:r>
            <a:rPr lang="en-US" sz="1800" b="1" spc="-50" dirty="0">
              <a:latin typeface="Verdana"/>
              <a:cs typeface="Verdana"/>
            </a:rPr>
            <a:t>high</a:t>
          </a:r>
          <a:r>
            <a:rPr lang="en-US" sz="1800" b="1" spc="-204" dirty="0">
              <a:latin typeface="Verdana"/>
              <a:cs typeface="Verdana"/>
            </a:rPr>
            <a:t> </a:t>
          </a:r>
          <a:r>
            <a:rPr lang="en-US" sz="1800" b="1" spc="45" dirty="0">
              <a:latin typeface="Verdana"/>
              <a:cs typeface="Verdana"/>
            </a:rPr>
            <a:t>speed</a:t>
          </a:r>
          <a:r>
            <a:rPr lang="en-US" sz="1800" b="1" spc="-195" dirty="0">
              <a:latin typeface="Verdana"/>
              <a:cs typeface="Verdana"/>
            </a:rPr>
            <a:t> </a:t>
          </a:r>
          <a:r>
            <a:rPr lang="en-US" sz="1800" b="1" spc="-90" dirty="0">
              <a:latin typeface="Verdana"/>
              <a:cs typeface="Verdana"/>
            </a:rPr>
            <a:t>internet</a:t>
          </a:r>
          <a:r>
            <a:rPr lang="en-US" sz="1800" b="1" spc="-200" dirty="0">
              <a:latin typeface="Verdana"/>
              <a:cs typeface="Verdana"/>
            </a:rPr>
            <a:t> </a:t>
          </a:r>
          <a:r>
            <a:rPr lang="en-US" sz="1800" b="1" spc="50" dirty="0">
              <a:latin typeface="Verdana"/>
              <a:cs typeface="Verdana"/>
            </a:rPr>
            <a:t>access</a:t>
          </a:r>
          <a:endParaRPr lang="en-US" sz="1800" b="1" dirty="0"/>
        </a:p>
      </dgm:t>
    </dgm:pt>
    <dgm:pt modelId="{DCE2D1A6-87B4-469F-AEA2-026BB488589F}" type="parTrans" cxnId="{3714BAC8-435D-4321-954D-F02249A3874E}">
      <dgm:prSet/>
      <dgm:spPr/>
      <dgm:t>
        <a:bodyPr/>
        <a:lstStyle/>
        <a:p>
          <a:endParaRPr lang="en-US"/>
        </a:p>
      </dgm:t>
    </dgm:pt>
    <dgm:pt modelId="{B9AD89F2-DC0B-48FF-BED7-656BB6D99AD1}" type="sibTrans" cxnId="{3714BAC8-435D-4321-954D-F02249A3874E}">
      <dgm:prSet/>
      <dgm:spPr/>
      <dgm:t>
        <a:bodyPr/>
        <a:lstStyle/>
        <a:p>
          <a:endParaRPr lang="en-US"/>
        </a:p>
      </dgm:t>
    </dgm:pt>
    <dgm:pt modelId="{FB21079D-2315-4455-80D8-66E1715949DA}">
      <dgm:prSet phldrT="[Text]" custT="1"/>
      <dgm:spPr/>
      <dgm:t>
        <a:bodyPr/>
        <a:lstStyle/>
        <a:p>
          <a:pPr>
            <a:buClr>
              <a:srgbClr val="252525"/>
            </a:buClr>
            <a:buFont typeface="Arial"/>
            <a:buChar char="◦"/>
          </a:pPr>
          <a:r>
            <a:rPr lang="en-US" sz="1800" b="1" spc="-105" dirty="0">
              <a:latin typeface="Verdana" panose="020B0604030504040204" pitchFamily="34" charset="0"/>
              <a:ea typeface="Verdana" panose="020B0604030504040204" pitchFamily="34" charset="0"/>
              <a:cs typeface="Verdana"/>
            </a:rPr>
            <a:t>Interpersonal</a:t>
          </a:r>
          <a:r>
            <a:rPr lang="en-US" sz="1800" b="1" spc="-165" dirty="0">
              <a:latin typeface="Verdana" panose="020B0604030504040204" pitchFamily="34" charset="0"/>
              <a:ea typeface="Verdana" panose="020B0604030504040204" pitchFamily="34" charset="0"/>
              <a:cs typeface="Verdana"/>
            </a:rPr>
            <a:t>  skills</a:t>
          </a:r>
          <a:endParaRPr lang="en-US" sz="1800" b="1" dirty="0">
            <a:latin typeface="Verdana" panose="020B0604030504040204" pitchFamily="34" charset="0"/>
            <a:ea typeface="Verdana" panose="020B0604030504040204" pitchFamily="34" charset="0"/>
          </a:endParaRPr>
        </a:p>
      </dgm:t>
    </dgm:pt>
    <dgm:pt modelId="{AC775D01-CF28-4B0E-90AD-5BA59EC91FC8}" type="parTrans" cxnId="{2FAEE271-1DFA-4568-BAC7-60AD079E2E56}">
      <dgm:prSet/>
      <dgm:spPr/>
      <dgm:t>
        <a:bodyPr/>
        <a:lstStyle/>
        <a:p>
          <a:endParaRPr lang="en-US"/>
        </a:p>
      </dgm:t>
    </dgm:pt>
    <dgm:pt modelId="{6672927B-B5F2-4BC4-89D1-8B61A158C897}" type="sibTrans" cxnId="{2FAEE271-1DFA-4568-BAC7-60AD079E2E56}">
      <dgm:prSet/>
      <dgm:spPr/>
      <dgm:t>
        <a:bodyPr/>
        <a:lstStyle/>
        <a:p>
          <a:endParaRPr lang="en-US"/>
        </a:p>
      </dgm:t>
    </dgm:pt>
    <dgm:pt modelId="{41E39360-7FEB-4423-93BB-3772214FFAA2}">
      <dgm:prSet phldrT="[Text]" custT="1"/>
      <dgm:spPr/>
      <dgm:t>
        <a:bodyPr/>
        <a:lstStyle/>
        <a:p>
          <a:pPr>
            <a:buClr>
              <a:srgbClr val="252525"/>
            </a:buClr>
            <a:buFont typeface="Arial"/>
            <a:buChar char="◦"/>
          </a:pPr>
          <a:r>
            <a:rPr lang="en-US" sz="1800" b="1" spc="-80" dirty="0">
              <a:latin typeface="Verdana"/>
              <a:cs typeface="Verdana"/>
            </a:rPr>
            <a:t>Misinterpretation</a:t>
          </a:r>
          <a:endParaRPr lang="en-US" sz="1800" b="1" dirty="0"/>
        </a:p>
      </dgm:t>
    </dgm:pt>
    <dgm:pt modelId="{78B42B0C-07A5-444C-9114-FA1B8DB246EB}" type="parTrans" cxnId="{18D25085-79E2-4245-B39B-E5771C9F58FE}">
      <dgm:prSet/>
      <dgm:spPr/>
      <dgm:t>
        <a:bodyPr/>
        <a:lstStyle/>
        <a:p>
          <a:endParaRPr lang="en-US"/>
        </a:p>
      </dgm:t>
    </dgm:pt>
    <dgm:pt modelId="{39D5DDC2-3F59-45B1-BCEE-EA67D92A6A74}" type="sibTrans" cxnId="{18D25085-79E2-4245-B39B-E5771C9F58FE}">
      <dgm:prSet/>
      <dgm:spPr/>
      <dgm:t>
        <a:bodyPr/>
        <a:lstStyle/>
        <a:p>
          <a:endParaRPr lang="en-US"/>
        </a:p>
      </dgm:t>
    </dgm:pt>
    <dgm:pt modelId="{DC125F87-327E-4C6C-A0F0-D468E5A76CA8}">
      <dgm:prSet phldrT="[Text]" custT="1"/>
      <dgm:spPr/>
      <dgm:t>
        <a:bodyPr/>
        <a:lstStyle/>
        <a:p>
          <a:pPr>
            <a:buClr>
              <a:srgbClr val="252525"/>
            </a:buClr>
            <a:buFont typeface="Arial"/>
            <a:buChar char="◦"/>
          </a:pPr>
          <a:r>
            <a:rPr lang="en-US" sz="1800" b="1" spc="-15" dirty="0">
              <a:latin typeface="Verdana"/>
              <a:cs typeface="Verdana"/>
            </a:rPr>
            <a:t>Connectivity</a:t>
          </a:r>
          <a:r>
            <a:rPr lang="en-US" sz="1800" b="1" spc="-200" dirty="0">
              <a:latin typeface="Verdana"/>
              <a:cs typeface="Verdana"/>
            </a:rPr>
            <a:t> </a:t>
          </a:r>
          <a:r>
            <a:rPr lang="en-US" sz="1800" b="1" spc="-210" dirty="0">
              <a:latin typeface="Verdana"/>
              <a:cs typeface="Verdana"/>
            </a:rPr>
            <a:t>issues</a:t>
          </a:r>
          <a:endParaRPr lang="en-US" sz="1800" b="1" dirty="0">
            <a:latin typeface="Verdana"/>
            <a:cs typeface="Verdana"/>
          </a:endParaRPr>
        </a:p>
      </dgm:t>
    </dgm:pt>
    <dgm:pt modelId="{489D65AC-7096-46EE-AD1D-D54D7A2B14FD}" type="parTrans" cxnId="{343F8411-BED2-4DC1-9171-E5832D106103}">
      <dgm:prSet/>
      <dgm:spPr/>
      <dgm:t>
        <a:bodyPr/>
        <a:lstStyle/>
        <a:p>
          <a:endParaRPr lang="en-US"/>
        </a:p>
      </dgm:t>
    </dgm:pt>
    <dgm:pt modelId="{431FDB6B-3B42-4D2E-8C43-A73EA5725823}" type="sibTrans" cxnId="{343F8411-BED2-4DC1-9171-E5832D106103}">
      <dgm:prSet/>
      <dgm:spPr/>
      <dgm:t>
        <a:bodyPr/>
        <a:lstStyle/>
        <a:p>
          <a:endParaRPr lang="en-US"/>
        </a:p>
      </dgm:t>
    </dgm:pt>
    <dgm:pt modelId="{80A29E90-A771-4F7C-A39F-8E1FFABB1676}">
      <dgm:prSet phldrT="[Text]" custT="1"/>
      <dgm:spPr/>
      <dgm:t>
        <a:bodyPr/>
        <a:lstStyle/>
        <a:p>
          <a:r>
            <a:rPr lang="en-US" sz="1800" b="1" i="0" dirty="0">
              <a:latin typeface="Verdana" panose="020B0604030504040204" pitchFamily="34" charset="0"/>
              <a:ea typeface="Verdana" panose="020B0604030504040204" pitchFamily="34" charset="0"/>
            </a:rPr>
            <a:t>Ineffectiveness</a:t>
          </a:r>
          <a:endParaRPr lang="en-US" sz="1800" b="1" dirty="0">
            <a:latin typeface="Verdana" panose="020B0604030504040204" pitchFamily="34" charset="0"/>
            <a:ea typeface="Verdana" panose="020B0604030504040204" pitchFamily="34" charset="0"/>
          </a:endParaRPr>
        </a:p>
      </dgm:t>
    </dgm:pt>
    <dgm:pt modelId="{33D7B6D1-7E73-49A1-9C53-21C2C251A5BC}" type="parTrans" cxnId="{DCC3E5EA-3D37-4604-AAD3-775AFBB8D38D}">
      <dgm:prSet/>
      <dgm:spPr/>
      <dgm:t>
        <a:bodyPr/>
        <a:lstStyle/>
        <a:p>
          <a:endParaRPr lang="en-US"/>
        </a:p>
      </dgm:t>
    </dgm:pt>
    <dgm:pt modelId="{30C03DD7-E244-4212-B1FE-8246772C16FA}" type="sibTrans" cxnId="{DCC3E5EA-3D37-4604-AAD3-775AFBB8D38D}">
      <dgm:prSet/>
      <dgm:spPr/>
      <dgm:t>
        <a:bodyPr/>
        <a:lstStyle/>
        <a:p>
          <a:endParaRPr lang="en-US"/>
        </a:p>
      </dgm:t>
    </dgm:pt>
    <dgm:pt modelId="{E0F3FE84-43C8-475E-A26C-3250579DB85E}" type="pres">
      <dgm:prSet presAssocID="{53502143-7A35-40F7-A574-C5AFA2B75A52}" presName="composite" presStyleCnt="0">
        <dgm:presLayoutVars>
          <dgm:chMax val="1"/>
          <dgm:dir/>
          <dgm:resizeHandles val="exact"/>
        </dgm:presLayoutVars>
      </dgm:prSet>
      <dgm:spPr/>
    </dgm:pt>
    <dgm:pt modelId="{E05C58E2-FCC4-465C-A5B4-9480EFB9B9D1}" type="pres">
      <dgm:prSet presAssocID="{53502143-7A35-40F7-A574-C5AFA2B75A52}" presName="radial" presStyleCnt="0">
        <dgm:presLayoutVars>
          <dgm:animLvl val="ctr"/>
        </dgm:presLayoutVars>
      </dgm:prSet>
      <dgm:spPr/>
    </dgm:pt>
    <dgm:pt modelId="{880C0CF3-592D-4BCB-8F6A-7CFBBB10286A}" type="pres">
      <dgm:prSet presAssocID="{11168ADB-5334-4BFE-A608-9CDE970B5B9F}" presName="centerShape" presStyleLbl="vennNode1" presStyleIdx="0" presStyleCnt="6"/>
      <dgm:spPr/>
    </dgm:pt>
    <dgm:pt modelId="{D8549742-1446-4E12-B1E9-F96449D12863}" type="pres">
      <dgm:prSet presAssocID="{8DF8D887-C652-4DFB-8E05-A19EFBF69A5C}" presName="node" presStyleLbl="vennNode1" presStyleIdx="1" presStyleCnt="6" custScaleX="132890" custScaleY="103655">
        <dgm:presLayoutVars>
          <dgm:bulletEnabled val="1"/>
        </dgm:presLayoutVars>
      </dgm:prSet>
      <dgm:spPr/>
    </dgm:pt>
    <dgm:pt modelId="{9AF8BC2A-8DAB-480C-ADB2-FBDC87C8EE07}" type="pres">
      <dgm:prSet presAssocID="{FB21079D-2315-4455-80D8-66E1715949DA}" presName="node" presStyleLbl="vennNode1" presStyleIdx="2" presStyleCnt="6" custScaleX="128111" custScaleY="115723">
        <dgm:presLayoutVars>
          <dgm:bulletEnabled val="1"/>
        </dgm:presLayoutVars>
      </dgm:prSet>
      <dgm:spPr/>
    </dgm:pt>
    <dgm:pt modelId="{FE377DF4-C4BD-4DBF-93AA-C303518E9E74}" type="pres">
      <dgm:prSet presAssocID="{80A29E90-A771-4F7C-A39F-8E1FFABB1676}" presName="node" presStyleLbl="vennNode1" presStyleIdx="3" presStyleCnt="6" custScaleX="133709" custScaleY="107091" custRadScaleRad="102563" custRadScaleInc="-2676">
        <dgm:presLayoutVars>
          <dgm:bulletEnabled val="1"/>
        </dgm:presLayoutVars>
      </dgm:prSet>
      <dgm:spPr/>
    </dgm:pt>
    <dgm:pt modelId="{F8DE854D-2936-4D4A-8146-F245C93D4B68}" type="pres">
      <dgm:prSet presAssocID="{41E39360-7FEB-4423-93BB-3772214FFAA2}" presName="node" presStyleLbl="vennNode1" presStyleIdx="4" presStyleCnt="6" custScaleX="135001" custScaleY="107092">
        <dgm:presLayoutVars>
          <dgm:bulletEnabled val="1"/>
        </dgm:presLayoutVars>
      </dgm:prSet>
      <dgm:spPr/>
    </dgm:pt>
    <dgm:pt modelId="{E58FAF87-6FDD-4CDE-AEDC-DE9B94C80493}" type="pres">
      <dgm:prSet presAssocID="{DC125F87-327E-4C6C-A0F0-D468E5A76CA8}" presName="node" presStyleLbl="vennNode1" presStyleIdx="5" presStyleCnt="6" custScaleX="127017" custScaleY="113364">
        <dgm:presLayoutVars>
          <dgm:bulletEnabled val="1"/>
        </dgm:presLayoutVars>
      </dgm:prSet>
      <dgm:spPr/>
    </dgm:pt>
  </dgm:ptLst>
  <dgm:cxnLst>
    <dgm:cxn modelId="{343F8411-BED2-4DC1-9171-E5832D106103}" srcId="{11168ADB-5334-4BFE-A608-9CDE970B5B9F}" destId="{DC125F87-327E-4C6C-A0F0-D468E5A76CA8}" srcOrd="4" destOrd="0" parTransId="{489D65AC-7096-46EE-AD1D-D54D7A2B14FD}" sibTransId="{431FDB6B-3B42-4D2E-8C43-A73EA5725823}"/>
    <dgm:cxn modelId="{AA9AAD1E-2A83-4E29-904E-578EDB4C20A0}" type="presOf" srcId="{53502143-7A35-40F7-A574-C5AFA2B75A52}" destId="{E0F3FE84-43C8-475E-A26C-3250579DB85E}" srcOrd="0" destOrd="0" presId="urn:microsoft.com/office/officeart/2005/8/layout/radial3"/>
    <dgm:cxn modelId="{D9939B2B-19BB-4853-B7F9-21075D1A0EA5}" type="presOf" srcId="{41E39360-7FEB-4423-93BB-3772214FFAA2}" destId="{F8DE854D-2936-4D4A-8146-F245C93D4B68}" srcOrd="0" destOrd="0" presId="urn:microsoft.com/office/officeart/2005/8/layout/radial3"/>
    <dgm:cxn modelId="{1B8AC63F-A75D-433E-A022-677AA2186946}" type="presOf" srcId="{80A29E90-A771-4F7C-A39F-8E1FFABB1676}" destId="{FE377DF4-C4BD-4DBF-93AA-C303518E9E74}" srcOrd="0" destOrd="0" presId="urn:microsoft.com/office/officeart/2005/8/layout/radial3"/>
    <dgm:cxn modelId="{2FAEE271-1DFA-4568-BAC7-60AD079E2E56}" srcId="{11168ADB-5334-4BFE-A608-9CDE970B5B9F}" destId="{FB21079D-2315-4455-80D8-66E1715949DA}" srcOrd="1" destOrd="0" parTransId="{AC775D01-CF28-4B0E-90AD-5BA59EC91FC8}" sibTransId="{6672927B-B5F2-4BC4-89D1-8B61A158C897}"/>
    <dgm:cxn modelId="{0C316252-CB0F-42CB-A885-82077437F185}" type="presOf" srcId="{DC125F87-327E-4C6C-A0F0-D468E5A76CA8}" destId="{E58FAF87-6FDD-4CDE-AEDC-DE9B94C80493}" srcOrd="0" destOrd="0" presId="urn:microsoft.com/office/officeart/2005/8/layout/radial3"/>
    <dgm:cxn modelId="{A0D2C452-5415-421F-988F-FFDC751E670D}" type="presOf" srcId="{8DF8D887-C652-4DFB-8E05-A19EFBF69A5C}" destId="{D8549742-1446-4E12-B1E9-F96449D12863}" srcOrd="0" destOrd="0" presId="urn:microsoft.com/office/officeart/2005/8/layout/radial3"/>
    <dgm:cxn modelId="{18D25085-79E2-4245-B39B-E5771C9F58FE}" srcId="{11168ADB-5334-4BFE-A608-9CDE970B5B9F}" destId="{41E39360-7FEB-4423-93BB-3772214FFAA2}" srcOrd="3" destOrd="0" parTransId="{78B42B0C-07A5-444C-9114-FA1B8DB246EB}" sibTransId="{39D5DDC2-3F59-45B1-BCEE-EA67D92A6A74}"/>
    <dgm:cxn modelId="{964AD391-9090-4CD0-9400-9EB5835B4C55}" type="presOf" srcId="{FB21079D-2315-4455-80D8-66E1715949DA}" destId="{9AF8BC2A-8DAB-480C-ADB2-FBDC87C8EE07}" srcOrd="0" destOrd="0" presId="urn:microsoft.com/office/officeart/2005/8/layout/radial3"/>
    <dgm:cxn modelId="{155E5EA6-31FB-470E-B140-EE0022A401DD}" srcId="{53502143-7A35-40F7-A574-C5AFA2B75A52}" destId="{11168ADB-5334-4BFE-A608-9CDE970B5B9F}" srcOrd="0" destOrd="0" parTransId="{014FC4A4-67ED-4052-8931-6322103AC8CF}" sibTransId="{FFD4D6BB-4474-480D-A85E-794EB57FFA48}"/>
    <dgm:cxn modelId="{3714BAC8-435D-4321-954D-F02249A3874E}" srcId="{11168ADB-5334-4BFE-A608-9CDE970B5B9F}" destId="{8DF8D887-C652-4DFB-8E05-A19EFBF69A5C}" srcOrd="0" destOrd="0" parTransId="{DCE2D1A6-87B4-469F-AEA2-026BB488589F}" sibTransId="{B9AD89F2-DC0B-48FF-BED7-656BB6D99AD1}"/>
    <dgm:cxn modelId="{DCC3E5EA-3D37-4604-AAD3-775AFBB8D38D}" srcId="{11168ADB-5334-4BFE-A608-9CDE970B5B9F}" destId="{80A29E90-A771-4F7C-A39F-8E1FFABB1676}" srcOrd="2" destOrd="0" parTransId="{33D7B6D1-7E73-49A1-9C53-21C2C251A5BC}" sibTransId="{30C03DD7-E244-4212-B1FE-8246772C16FA}"/>
    <dgm:cxn modelId="{7813BBEC-DDFC-4F8C-86D3-05A269B63C90}" type="presOf" srcId="{11168ADB-5334-4BFE-A608-9CDE970B5B9F}" destId="{880C0CF3-592D-4BCB-8F6A-7CFBBB10286A}" srcOrd="0" destOrd="0" presId="urn:microsoft.com/office/officeart/2005/8/layout/radial3"/>
    <dgm:cxn modelId="{4DC985DD-E0FC-4E93-AA6B-BA89C5300344}" type="presParOf" srcId="{E0F3FE84-43C8-475E-A26C-3250579DB85E}" destId="{E05C58E2-FCC4-465C-A5B4-9480EFB9B9D1}" srcOrd="0" destOrd="0" presId="urn:microsoft.com/office/officeart/2005/8/layout/radial3"/>
    <dgm:cxn modelId="{60A7453E-CBCE-4484-93BD-609ABFF1030A}" type="presParOf" srcId="{E05C58E2-FCC4-465C-A5B4-9480EFB9B9D1}" destId="{880C0CF3-592D-4BCB-8F6A-7CFBBB10286A}" srcOrd="0" destOrd="0" presId="urn:microsoft.com/office/officeart/2005/8/layout/radial3"/>
    <dgm:cxn modelId="{05EFD746-8FD1-478B-9E42-B21BC42CB219}" type="presParOf" srcId="{E05C58E2-FCC4-465C-A5B4-9480EFB9B9D1}" destId="{D8549742-1446-4E12-B1E9-F96449D12863}" srcOrd="1" destOrd="0" presId="urn:microsoft.com/office/officeart/2005/8/layout/radial3"/>
    <dgm:cxn modelId="{D8C4FCF1-689E-4FB4-A1F2-EB03B7D1DBDB}" type="presParOf" srcId="{E05C58E2-FCC4-465C-A5B4-9480EFB9B9D1}" destId="{9AF8BC2A-8DAB-480C-ADB2-FBDC87C8EE07}" srcOrd="2" destOrd="0" presId="urn:microsoft.com/office/officeart/2005/8/layout/radial3"/>
    <dgm:cxn modelId="{ED4FD170-AA33-4692-89C7-D6EEC5A4F8A3}" type="presParOf" srcId="{E05C58E2-FCC4-465C-A5B4-9480EFB9B9D1}" destId="{FE377DF4-C4BD-4DBF-93AA-C303518E9E74}" srcOrd="3" destOrd="0" presId="urn:microsoft.com/office/officeart/2005/8/layout/radial3"/>
    <dgm:cxn modelId="{DFD0998F-480A-4028-9A5E-9DAE3F5757AC}" type="presParOf" srcId="{E05C58E2-FCC4-465C-A5B4-9480EFB9B9D1}" destId="{F8DE854D-2936-4D4A-8146-F245C93D4B68}" srcOrd="4" destOrd="0" presId="urn:microsoft.com/office/officeart/2005/8/layout/radial3"/>
    <dgm:cxn modelId="{52E1919A-D628-436B-88CA-A0AB9F76F32A}" type="presParOf" srcId="{E05C58E2-FCC4-465C-A5B4-9480EFB9B9D1}" destId="{E58FAF87-6FDD-4CDE-AEDC-DE9B94C80493}" srcOrd="5"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F2E0BA-925B-48A0-B533-EAD34A4A5C07}">
      <dsp:nvSpPr>
        <dsp:cNvPr id="0" name=""/>
        <dsp:cNvSpPr/>
      </dsp:nvSpPr>
      <dsp:spPr>
        <a:xfrm>
          <a:off x="4678486" y="1646120"/>
          <a:ext cx="3769369" cy="3769369"/>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b="1" kern="1200" spc="55" dirty="0"/>
            <a:t>Advantages </a:t>
          </a:r>
          <a:r>
            <a:rPr lang="en-US" sz="3000" b="1" kern="1200" spc="20" dirty="0"/>
            <a:t>of</a:t>
          </a:r>
          <a:r>
            <a:rPr lang="en-US" sz="3000" b="1" kern="1200" spc="-700" dirty="0"/>
            <a:t> </a:t>
          </a:r>
          <a:r>
            <a:rPr lang="en-US" sz="3000" b="1" kern="1200" spc="-50" dirty="0"/>
            <a:t>Online </a:t>
          </a:r>
          <a:r>
            <a:rPr lang="en-US" sz="3000" b="1" kern="1200" spc="20" dirty="0"/>
            <a:t>Communication</a:t>
          </a:r>
          <a:endParaRPr lang="en-US" sz="3000" b="1" kern="1200" dirty="0"/>
        </a:p>
      </dsp:txBody>
      <dsp:txXfrm>
        <a:off x="5230497" y="2198131"/>
        <a:ext cx="2665347" cy="2665347"/>
      </dsp:txXfrm>
    </dsp:sp>
    <dsp:sp modelId="{27765642-4BD2-4848-B6D3-994850FCB24C}">
      <dsp:nvSpPr>
        <dsp:cNvPr id="0" name=""/>
        <dsp:cNvSpPr/>
      </dsp:nvSpPr>
      <dsp:spPr>
        <a:xfrm>
          <a:off x="5562601" y="96245"/>
          <a:ext cx="2001139" cy="1964878"/>
        </a:xfrm>
        <a:prstGeom prst="ellipse">
          <a:avLst/>
        </a:prstGeom>
        <a:solidFill>
          <a:schemeClr val="accent5">
            <a:alpha val="50000"/>
            <a:hueOff val="-1986775"/>
            <a:satOff val="7962"/>
            <a:lumOff val="1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i="0" kern="1200" dirty="0"/>
            <a:t>Cost-Effective</a:t>
          </a:r>
          <a:endParaRPr lang="en-US" sz="2000" b="1" kern="1200" dirty="0"/>
        </a:p>
      </dsp:txBody>
      <dsp:txXfrm>
        <a:off x="5855661" y="383995"/>
        <a:ext cx="1415019" cy="1389378"/>
      </dsp:txXfrm>
    </dsp:sp>
    <dsp:sp modelId="{8D648E79-BACC-4887-813C-8E83B3634076}">
      <dsp:nvSpPr>
        <dsp:cNvPr id="0" name=""/>
        <dsp:cNvSpPr/>
      </dsp:nvSpPr>
      <dsp:spPr>
        <a:xfrm>
          <a:off x="7896675" y="1772648"/>
          <a:ext cx="1997200" cy="2000819"/>
        </a:xfrm>
        <a:prstGeom prst="ellipse">
          <a:avLst/>
        </a:prstGeom>
        <a:solidFill>
          <a:schemeClr val="accent5">
            <a:alpha val="50000"/>
            <a:hueOff val="-3973551"/>
            <a:satOff val="15924"/>
            <a:lumOff val="34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i="0" kern="1200" dirty="0"/>
            <a:t>Convenience and Ease</a:t>
          </a:r>
          <a:endParaRPr lang="en-US" sz="2000" b="1" kern="1200" dirty="0"/>
        </a:p>
      </dsp:txBody>
      <dsp:txXfrm>
        <a:off x="8189158" y="2065661"/>
        <a:ext cx="1412234" cy="1414793"/>
      </dsp:txXfrm>
    </dsp:sp>
    <dsp:sp modelId="{770864FE-7A36-4211-BBC2-5497E611525C}">
      <dsp:nvSpPr>
        <dsp:cNvPr id="0" name=""/>
        <dsp:cNvSpPr/>
      </dsp:nvSpPr>
      <dsp:spPr>
        <a:xfrm>
          <a:off x="7062148" y="4572269"/>
          <a:ext cx="1884684" cy="1884684"/>
        </a:xfrm>
        <a:prstGeom prst="ellipse">
          <a:avLst/>
        </a:prstGeom>
        <a:solidFill>
          <a:schemeClr val="accent5">
            <a:alpha val="50000"/>
            <a:hueOff val="-5960326"/>
            <a:satOff val="23887"/>
            <a:lumOff val="5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Clr>
              <a:srgbClr val="252525"/>
            </a:buClr>
            <a:buFont typeface="Arial"/>
            <a:buNone/>
          </a:pPr>
          <a:r>
            <a:rPr lang="en-US" sz="2000" b="1" kern="1200" spc="-15" dirty="0">
              <a:latin typeface="Verdana"/>
              <a:cs typeface="Verdana"/>
            </a:rPr>
            <a:t>Globalization</a:t>
          </a:r>
          <a:endParaRPr lang="en-US" sz="2000" b="1" kern="1200" dirty="0"/>
        </a:p>
      </dsp:txBody>
      <dsp:txXfrm>
        <a:off x="7338154" y="4848275"/>
        <a:ext cx="1332672" cy="1332672"/>
      </dsp:txXfrm>
    </dsp:sp>
    <dsp:sp modelId="{DF2A23D4-BB29-4445-AC11-A84E4B960BDA}">
      <dsp:nvSpPr>
        <dsp:cNvPr id="0" name=""/>
        <dsp:cNvSpPr/>
      </dsp:nvSpPr>
      <dsp:spPr>
        <a:xfrm>
          <a:off x="4179508" y="4572269"/>
          <a:ext cx="1884684" cy="1884684"/>
        </a:xfrm>
        <a:prstGeom prst="ellipse">
          <a:avLst/>
        </a:prstGeom>
        <a:solidFill>
          <a:schemeClr val="accent5">
            <a:alpha val="50000"/>
            <a:hueOff val="-7947101"/>
            <a:satOff val="31849"/>
            <a:lumOff val="69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i="0" kern="1200" dirty="0"/>
            <a:t>Improved Productivity and Efficiency</a:t>
          </a:r>
          <a:endParaRPr lang="en-US" sz="2000" b="1" kern="1200" dirty="0"/>
        </a:p>
      </dsp:txBody>
      <dsp:txXfrm>
        <a:off x="4455514" y="4848275"/>
        <a:ext cx="1332672" cy="1332672"/>
      </dsp:txXfrm>
    </dsp:sp>
    <dsp:sp modelId="{A1ED9CC5-D7DF-459A-AB30-D73677445771}">
      <dsp:nvSpPr>
        <dsp:cNvPr id="0" name=""/>
        <dsp:cNvSpPr/>
      </dsp:nvSpPr>
      <dsp:spPr>
        <a:xfrm>
          <a:off x="3288723" y="1830715"/>
          <a:ext cx="1884684" cy="1884684"/>
        </a:xfrm>
        <a:prstGeom prst="ellipse">
          <a:avLst/>
        </a:prstGeom>
        <a:solidFill>
          <a:schemeClr val="accent5">
            <a:alpha val="50000"/>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i="0" kern="1200" dirty="0"/>
            <a:t>Easily Accessible</a:t>
          </a:r>
          <a:endParaRPr lang="en-US" sz="2000" b="1" kern="1200" dirty="0"/>
        </a:p>
      </dsp:txBody>
      <dsp:txXfrm>
        <a:off x="3564729" y="2106721"/>
        <a:ext cx="1332672" cy="13326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0C0CF3-592D-4BCB-8F6A-7CFBBB10286A}">
      <dsp:nvSpPr>
        <dsp:cNvPr id="0" name=""/>
        <dsp:cNvSpPr/>
      </dsp:nvSpPr>
      <dsp:spPr>
        <a:xfrm>
          <a:off x="4223509" y="1595098"/>
          <a:ext cx="3734767" cy="3734767"/>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b="1" kern="1200" spc="-30" dirty="0"/>
            <a:t>Disadvantages </a:t>
          </a:r>
          <a:r>
            <a:rPr lang="en-US" sz="3000" b="1" kern="1200" spc="20" dirty="0"/>
            <a:t>of </a:t>
          </a:r>
          <a:r>
            <a:rPr lang="en-US" sz="3000" b="1" kern="1200" spc="-585" dirty="0"/>
            <a:t> </a:t>
          </a:r>
          <a:r>
            <a:rPr lang="en-US" sz="3000" b="1" kern="1200" spc="-50" dirty="0"/>
            <a:t>Online  </a:t>
          </a:r>
          <a:r>
            <a:rPr lang="en-US" sz="3000" b="1" kern="1200" spc="20" dirty="0"/>
            <a:t>Communication</a:t>
          </a:r>
          <a:endParaRPr lang="en-US" sz="3000" b="1" kern="1200" dirty="0"/>
        </a:p>
      </dsp:txBody>
      <dsp:txXfrm>
        <a:off x="4770453" y="2142042"/>
        <a:ext cx="2640879" cy="2640879"/>
      </dsp:txXfrm>
    </dsp:sp>
    <dsp:sp modelId="{D8549742-1446-4E12-B1E9-F96449D12863}">
      <dsp:nvSpPr>
        <dsp:cNvPr id="0" name=""/>
        <dsp:cNvSpPr/>
      </dsp:nvSpPr>
      <dsp:spPr>
        <a:xfrm>
          <a:off x="4850109" y="65054"/>
          <a:ext cx="2481566" cy="1935636"/>
        </a:xfrm>
        <a:prstGeom prst="ellipse">
          <a:avLst/>
        </a:prstGeom>
        <a:solidFill>
          <a:schemeClr val="accent5">
            <a:alpha val="50000"/>
            <a:hueOff val="-1986775"/>
            <a:satOff val="7962"/>
            <a:lumOff val="1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Clr>
              <a:srgbClr val="252525"/>
            </a:buClr>
            <a:buFont typeface="Arial"/>
            <a:buNone/>
          </a:pPr>
          <a:r>
            <a:rPr lang="en-US" sz="1800" b="1" kern="1200" spc="-40" dirty="0">
              <a:latin typeface="Verdana"/>
              <a:cs typeface="Verdana"/>
            </a:rPr>
            <a:t>Requires</a:t>
          </a:r>
          <a:r>
            <a:rPr lang="en-US" sz="1800" b="1" kern="1200" spc="-220" dirty="0">
              <a:latin typeface="Verdana"/>
              <a:cs typeface="Verdana"/>
            </a:rPr>
            <a:t> </a:t>
          </a:r>
          <a:r>
            <a:rPr lang="en-US" sz="1800" b="1" kern="1200" spc="225" dirty="0">
              <a:latin typeface="Verdana"/>
              <a:cs typeface="Verdana"/>
            </a:rPr>
            <a:t>a</a:t>
          </a:r>
          <a:r>
            <a:rPr lang="en-US" sz="1800" b="1" kern="1200" spc="-215" dirty="0">
              <a:latin typeface="Verdana"/>
              <a:cs typeface="Verdana"/>
            </a:rPr>
            <a:t> </a:t>
          </a:r>
          <a:r>
            <a:rPr lang="en-US" sz="1800" b="1" kern="1200" spc="-50" dirty="0">
              <a:latin typeface="Verdana"/>
              <a:cs typeface="Verdana"/>
            </a:rPr>
            <a:t>high</a:t>
          </a:r>
          <a:r>
            <a:rPr lang="en-US" sz="1800" b="1" kern="1200" spc="-204" dirty="0">
              <a:latin typeface="Verdana"/>
              <a:cs typeface="Verdana"/>
            </a:rPr>
            <a:t> </a:t>
          </a:r>
          <a:r>
            <a:rPr lang="en-US" sz="1800" b="1" kern="1200" spc="45" dirty="0">
              <a:latin typeface="Verdana"/>
              <a:cs typeface="Verdana"/>
            </a:rPr>
            <a:t>speed</a:t>
          </a:r>
          <a:r>
            <a:rPr lang="en-US" sz="1800" b="1" kern="1200" spc="-195" dirty="0">
              <a:latin typeface="Verdana"/>
              <a:cs typeface="Verdana"/>
            </a:rPr>
            <a:t> </a:t>
          </a:r>
          <a:r>
            <a:rPr lang="en-US" sz="1800" b="1" kern="1200" spc="-90" dirty="0">
              <a:latin typeface="Verdana"/>
              <a:cs typeface="Verdana"/>
            </a:rPr>
            <a:t>internet</a:t>
          </a:r>
          <a:r>
            <a:rPr lang="en-US" sz="1800" b="1" kern="1200" spc="-200" dirty="0">
              <a:latin typeface="Verdana"/>
              <a:cs typeface="Verdana"/>
            </a:rPr>
            <a:t> </a:t>
          </a:r>
          <a:r>
            <a:rPr lang="en-US" sz="1800" b="1" kern="1200" spc="50" dirty="0">
              <a:latin typeface="Verdana"/>
              <a:cs typeface="Verdana"/>
            </a:rPr>
            <a:t>access</a:t>
          </a:r>
          <a:endParaRPr lang="en-US" sz="1800" b="1" kern="1200" dirty="0"/>
        </a:p>
      </dsp:txBody>
      <dsp:txXfrm>
        <a:off x="5213526" y="348521"/>
        <a:ext cx="1754732" cy="1368702"/>
      </dsp:txXfrm>
    </dsp:sp>
    <dsp:sp modelId="{9AF8BC2A-8DAB-480C-ADB2-FBDC87C8EE07}">
      <dsp:nvSpPr>
        <dsp:cNvPr id="0" name=""/>
        <dsp:cNvSpPr/>
      </dsp:nvSpPr>
      <dsp:spPr>
        <a:xfrm>
          <a:off x="7205427" y="1631195"/>
          <a:ext cx="2392323" cy="2160992"/>
        </a:xfrm>
        <a:prstGeom prst="ellipse">
          <a:avLst/>
        </a:prstGeom>
        <a:solidFill>
          <a:schemeClr val="accent5">
            <a:alpha val="50000"/>
            <a:hueOff val="-3973551"/>
            <a:satOff val="15924"/>
            <a:lumOff val="34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Clr>
              <a:srgbClr val="252525"/>
            </a:buClr>
            <a:buFont typeface="Arial"/>
            <a:buNone/>
          </a:pPr>
          <a:r>
            <a:rPr lang="en-US" sz="1800" b="1" kern="1200" spc="-105" dirty="0">
              <a:latin typeface="Verdana" panose="020B0604030504040204" pitchFamily="34" charset="0"/>
              <a:ea typeface="Verdana" panose="020B0604030504040204" pitchFamily="34" charset="0"/>
              <a:cs typeface="Verdana"/>
            </a:rPr>
            <a:t>Interpersonal</a:t>
          </a:r>
          <a:r>
            <a:rPr lang="en-US" sz="1800" b="1" kern="1200" spc="-165" dirty="0">
              <a:latin typeface="Verdana" panose="020B0604030504040204" pitchFamily="34" charset="0"/>
              <a:ea typeface="Verdana" panose="020B0604030504040204" pitchFamily="34" charset="0"/>
              <a:cs typeface="Verdana"/>
            </a:rPr>
            <a:t>  skills</a:t>
          </a:r>
          <a:endParaRPr lang="en-US" sz="1800" b="1" kern="1200" dirty="0">
            <a:latin typeface="Verdana" panose="020B0604030504040204" pitchFamily="34" charset="0"/>
            <a:ea typeface="Verdana" panose="020B0604030504040204" pitchFamily="34" charset="0"/>
          </a:endParaRPr>
        </a:p>
      </dsp:txBody>
      <dsp:txXfrm>
        <a:off x="7555775" y="1947665"/>
        <a:ext cx="1691627" cy="1528052"/>
      </dsp:txXfrm>
    </dsp:sp>
    <dsp:sp modelId="{FE377DF4-C4BD-4DBF-93AA-C303518E9E74}">
      <dsp:nvSpPr>
        <dsp:cNvPr id="0" name=""/>
        <dsp:cNvSpPr/>
      </dsp:nvSpPr>
      <dsp:spPr>
        <a:xfrm>
          <a:off x="6374104" y="4428172"/>
          <a:ext cx="2496860" cy="1999799"/>
        </a:xfrm>
        <a:prstGeom prst="ellipse">
          <a:avLst/>
        </a:prstGeom>
        <a:solidFill>
          <a:schemeClr val="accent5">
            <a:alpha val="50000"/>
            <a:hueOff val="-5960326"/>
            <a:satOff val="23887"/>
            <a:lumOff val="5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i="0" kern="1200" dirty="0">
              <a:latin typeface="Verdana" panose="020B0604030504040204" pitchFamily="34" charset="0"/>
              <a:ea typeface="Verdana" panose="020B0604030504040204" pitchFamily="34" charset="0"/>
            </a:rPr>
            <a:t>Ineffectiveness</a:t>
          </a:r>
          <a:endParaRPr lang="en-US" sz="1800" b="1" kern="1200" dirty="0">
            <a:latin typeface="Verdana" panose="020B0604030504040204" pitchFamily="34" charset="0"/>
            <a:ea typeface="Verdana" panose="020B0604030504040204" pitchFamily="34" charset="0"/>
          </a:endParaRPr>
        </a:p>
      </dsp:txBody>
      <dsp:txXfrm>
        <a:off x="6739761" y="4721036"/>
        <a:ext cx="1765546" cy="1414071"/>
      </dsp:txXfrm>
    </dsp:sp>
    <dsp:sp modelId="{F8DE854D-2936-4D4A-8146-F245C93D4B68}">
      <dsp:nvSpPr>
        <dsp:cNvPr id="0" name=""/>
        <dsp:cNvSpPr/>
      </dsp:nvSpPr>
      <dsp:spPr>
        <a:xfrm>
          <a:off x="3402310" y="4428168"/>
          <a:ext cx="2520986" cy="1999818"/>
        </a:xfrm>
        <a:prstGeom prst="ellipse">
          <a:avLst/>
        </a:prstGeom>
        <a:solidFill>
          <a:schemeClr val="accent5">
            <a:alpha val="50000"/>
            <a:hueOff val="-7947101"/>
            <a:satOff val="31849"/>
            <a:lumOff val="69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Clr>
              <a:srgbClr val="252525"/>
            </a:buClr>
            <a:buFont typeface="Arial"/>
            <a:buNone/>
          </a:pPr>
          <a:r>
            <a:rPr lang="en-US" sz="1800" b="1" kern="1200" spc="-80" dirty="0">
              <a:latin typeface="Verdana"/>
              <a:cs typeface="Verdana"/>
            </a:rPr>
            <a:t>Misinterpretation</a:t>
          </a:r>
          <a:endParaRPr lang="en-US" sz="1800" b="1" kern="1200" dirty="0"/>
        </a:p>
      </dsp:txBody>
      <dsp:txXfrm>
        <a:off x="3771500" y="4721035"/>
        <a:ext cx="1782606" cy="1414084"/>
      </dsp:txXfrm>
    </dsp:sp>
    <dsp:sp modelId="{E58FAF87-6FDD-4CDE-AEDC-DE9B94C80493}">
      <dsp:nvSpPr>
        <dsp:cNvPr id="0" name=""/>
        <dsp:cNvSpPr/>
      </dsp:nvSpPr>
      <dsp:spPr>
        <a:xfrm>
          <a:off x="2594249" y="1653221"/>
          <a:ext cx="2371894" cy="2116940"/>
        </a:xfrm>
        <a:prstGeom prst="ellipse">
          <a:avLst/>
        </a:prstGeom>
        <a:solidFill>
          <a:schemeClr val="accent5">
            <a:alpha val="50000"/>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Clr>
              <a:srgbClr val="252525"/>
            </a:buClr>
            <a:buFont typeface="Arial"/>
            <a:buNone/>
          </a:pPr>
          <a:r>
            <a:rPr lang="en-US" sz="1800" b="1" kern="1200" spc="-15" dirty="0">
              <a:latin typeface="Verdana"/>
              <a:cs typeface="Verdana"/>
            </a:rPr>
            <a:t>Connectivity</a:t>
          </a:r>
          <a:r>
            <a:rPr lang="en-US" sz="1800" b="1" kern="1200" spc="-200" dirty="0">
              <a:latin typeface="Verdana"/>
              <a:cs typeface="Verdana"/>
            </a:rPr>
            <a:t> </a:t>
          </a:r>
          <a:r>
            <a:rPr lang="en-US" sz="1800" b="1" kern="1200" spc="-210" dirty="0">
              <a:latin typeface="Verdana"/>
              <a:cs typeface="Verdana"/>
            </a:rPr>
            <a:t>issues</a:t>
          </a:r>
          <a:endParaRPr lang="en-US" sz="1800" b="1" kern="1200" dirty="0">
            <a:latin typeface="Verdana"/>
            <a:cs typeface="Verdana"/>
          </a:endParaRPr>
        </a:p>
      </dsp:txBody>
      <dsp:txXfrm>
        <a:off x="2941605" y="1963240"/>
        <a:ext cx="1677182" cy="1496902"/>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DBACC80-345F-4D7F-90A9-D974625F647D}" type="datetimeFigureOut">
              <a:rPr lang="en-US" smtClean="0"/>
              <a:t>10/6/2022</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773F41E8-8B73-45D2-A0A5-10BF9BC35911}" type="slidenum">
              <a:rPr lang="en-US" smtClean="0"/>
              <a:t>‹#›</a:t>
            </a:fld>
            <a:endParaRPr lang="en-US"/>
          </a:p>
        </p:txBody>
      </p:sp>
    </p:spTree>
    <p:extLst>
      <p:ext uri="{BB962C8B-B14F-4D97-AF65-F5344CB8AC3E}">
        <p14:creationId xmlns:p14="http://schemas.microsoft.com/office/powerpoint/2010/main" val="1901486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shopcourts.com/antigua/"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D5156"/>
                </a:solidFill>
                <a:effectLst/>
                <a:latin typeface="arial" panose="020B0604020202020204" pitchFamily="34" charset="0"/>
              </a:rPr>
              <a:t>Voice over Internet Protocol, also called IP telephony, is a method and group of technologies for the delivery of voice communications and multimedia sessions over Internet Protocol networks, such as the Internet.</a:t>
            </a:r>
            <a:endParaRPr lang="en-US" dirty="0"/>
          </a:p>
        </p:txBody>
      </p:sp>
      <p:sp>
        <p:nvSpPr>
          <p:cNvPr id="4" name="Slide Number Placeholder 3"/>
          <p:cNvSpPr>
            <a:spLocks noGrp="1"/>
          </p:cNvSpPr>
          <p:nvPr>
            <p:ph type="sldNum" sz="quarter" idx="5"/>
          </p:nvPr>
        </p:nvSpPr>
        <p:spPr/>
        <p:txBody>
          <a:bodyPr/>
          <a:lstStyle/>
          <a:p>
            <a:fld id="{773F41E8-8B73-45D2-A0A5-10BF9BC35911}" type="slidenum">
              <a:rPr lang="en-US" smtClean="0"/>
              <a:t>4</a:t>
            </a:fld>
            <a:endParaRPr lang="en-US"/>
          </a:p>
        </p:txBody>
      </p:sp>
    </p:spTree>
    <p:extLst>
      <p:ext uri="{BB962C8B-B14F-4D97-AF65-F5344CB8AC3E}">
        <p14:creationId xmlns:p14="http://schemas.microsoft.com/office/powerpoint/2010/main" val="875912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111111"/>
                </a:solidFill>
                <a:effectLst/>
                <a:latin typeface="roboto" panose="02000000000000000000" pitchFamily="2" charset="0"/>
              </a:rPr>
              <a:t>Cost-Effective</a:t>
            </a:r>
          </a:p>
          <a:p>
            <a:pPr algn="l"/>
            <a:r>
              <a:rPr lang="en-US" b="0" i="0" dirty="0">
                <a:solidFill>
                  <a:srgbClr val="222222"/>
                </a:solidFill>
                <a:effectLst/>
                <a:latin typeface="Verdana" panose="020B0604030504040204" pitchFamily="34" charset="0"/>
              </a:rPr>
              <a:t>Online communication and web conferences are cost-effective in every possible way as compared to a physical conference. To join a physical conference, not only does one have to spend money to travel but also the cost of food and staying are also there along with other expenses, whereas, with an online video conference all you need is a computer or a mobile phone that has a working internet connection and that is it.</a:t>
            </a:r>
          </a:p>
          <a:p>
            <a:pPr algn="l"/>
            <a:r>
              <a:rPr lang="en-US" b="1" i="0" dirty="0">
                <a:solidFill>
                  <a:srgbClr val="111111"/>
                </a:solidFill>
                <a:effectLst/>
                <a:latin typeface="roboto" panose="02000000000000000000" pitchFamily="2" charset="0"/>
              </a:rPr>
              <a:t>Convenience and Ease</a:t>
            </a:r>
          </a:p>
          <a:p>
            <a:pPr algn="l"/>
            <a:r>
              <a:rPr lang="en-US" b="0" i="0" dirty="0">
                <a:solidFill>
                  <a:srgbClr val="222222"/>
                </a:solidFill>
                <a:effectLst/>
                <a:latin typeface="Verdana" panose="020B0604030504040204" pitchFamily="34" charset="0"/>
              </a:rPr>
              <a:t>Gone are those days of the past where the internet connection was never stable and it was impossible to even have an audio call over the internet. Internet technology has evolved and improved so much that flawless internet connectivity is now available in almost every part of the world. This makes it easier to use online conferencing services for business and personal purposes since the connection is always stable and flawless. </a:t>
            </a:r>
          </a:p>
          <a:p>
            <a:pPr algn="l"/>
            <a:r>
              <a:rPr lang="en-US" b="1" i="0" dirty="0">
                <a:solidFill>
                  <a:srgbClr val="111111"/>
                </a:solidFill>
                <a:effectLst/>
                <a:latin typeface="roboto" panose="02000000000000000000" pitchFamily="2" charset="0"/>
              </a:rPr>
              <a:t>Easily Accessible Through Any Device or Platform</a:t>
            </a:r>
          </a:p>
          <a:p>
            <a:pPr algn="l"/>
            <a:r>
              <a:rPr lang="en-US" b="0" i="0" dirty="0">
                <a:solidFill>
                  <a:srgbClr val="222222"/>
                </a:solidFill>
                <a:effectLst/>
                <a:latin typeface="Verdana" panose="020B0604030504040204" pitchFamily="34" charset="0"/>
              </a:rPr>
              <a:t>The thing about online video conferencing is that you can do it online on any device. Whether you are on a computer, a tablet, or a smartphone, you can easily do online conferencing through any device as long as it has support for the internet. </a:t>
            </a:r>
          </a:p>
          <a:p>
            <a:pPr algn="l"/>
            <a:r>
              <a:rPr lang="en-US" b="1" i="0" dirty="0">
                <a:solidFill>
                  <a:srgbClr val="111111"/>
                </a:solidFill>
                <a:effectLst/>
                <a:latin typeface="roboto" panose="02000000000000000000" pitchFamily="2" charset="0"/>
              </a:rPr>
              <a:t>Improved Productivity and Efficiency</a:t>
            </a:r>
          </a:p>
          <a:p>
            <a:pPr algn="l"/>
            <a:r>
              <a:rPr lang="en-US" b="0" i="0" dirty="0">
                <a:solidFill>
                  <a:srgbClr val="222222"/>
                </a:solidFill>
                <a:effectLst/>
                <a:latin typeface="Verdana" panose="020B0604030504040204" pitchFamily="34" charset="0"/>
              </a:rPr>
              <a:t>For businesses, productivity and efficiency matter a lot. The efficiency of a business depends more or less on the ease of communication and smooth transition of information among the employees. Although most of the interaction between the employees occurs through memos and emails, video conferencing can be a better alternative to these.</a:t>
            </a:r>
            <a:br>
              <a:rPr lang="en-US" b="0" i="0" u="none" strike="noStrike" dirty="0">
                <a:solidFill>
                  <a:srgbClr val="BE1422"/>
                </a:solidFill>
                <a:effectLst/>
                <a:latin typeface="Verdana" panose="020B0604030504040204" pitchFamily="34" charset="0"/>
                <a:hlinkClick r:id="rId3"/>
              </a:rPr>
            </a:br>
            <a:r>
              <a:rPr lang="en-US" b="0" i="0" dirty="0">
                <a:solidFill>
                  <a:srgbClr val="222222"/>
                </a:solidFill>
                <a:effectLst/>
                <a:latin typeface="Verdana" panose="020B0604030504040204" pitchFamily="34" charset="0"/>
              </a:rPr>
              <a:t>Through video conferencing, employees working at different levels can see each other in real-time and communicate about different things to collaborate on an ongoing project, real time sharing of documents.</a:t>
            </a:r>
          </a:p>
          <a:p>
            <a:endParaRPr lang="en-US" dirty="0"/>
          </a:p>
        </p:txBody>
      </p:sp>
      <p:sp>
        <p:nvSpPr>
          <p:cNvPr id="4" name="Slide Number Placeholder 3"/>
          <p:cNvSpPr>
            <a:spLocks noGrp="1"/>
          </p:cNvSpPr>
          <p:nvPr>
            <p:ph type="sldNum" sz="quarter" idx="5"/>
          </p:nvPr>
        </p:nvSpPr>
        <p:spPr/>
        <p:txBody>
          <a:bodyPr/>
          <a:lstStyle/>
          <a:p>
            <a:fld id="{773F41E8-8B73-45D2-A0A5-10BF9BC35911}" type="slidenum">
              <a:rPr lang="en-US" smtClean="0"/>
              <a:t>5</a:t>
            </a:fld>
            <a:endParaRPr lang="en-US"/>
          </a:p>
        </p:txBody>
      </p:sp>
    </p:spTree>
    <p:extLst>
      <p:ext uri="{BB962C8B-B14F-4D97-AF65-F5344CB8AC3E}">
        <p14:creationId xmlns:p14="http://schemas.microsoft.com/office/powerpoint/2010/main" val="370767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rgbClr val="252525"/>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rgbClr val="252525"/>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10/6/2022</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rgbClr val="252525"/>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10/6/2022</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10/6/2022</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33172" y="236220"/>
            <a:ext cx="11725656" cy="638555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1145539" y="355218"/>
            <a:ext cx="9900920" cy="1859914"/>
          </a:xfrm>
          <a:prstGeom prst="rect">
            <a:avLst/>
          </a:prstGeom>
        </p:spPr>
        <p:txBody>
          <a:bodyPr wrap="square" lIns="0" tIns="0" rIns="0" bIns="0">
            <a:spAutoFit/>
          </a:bodyPr>
          <a:lstStyle>
            <a:lvl1pPr>
              <a:defRPr sz="4300" b="0" i="0">
                <a:solidFill>
                  <a:srgbClr val="252525"/>
                </a:solidFill>
                <a:latin typeface="Verdana"/>
                <a:cs typeface="Verdana"/>
              </a:defRPr>
            </a:lvl1pPr>
          </a:lstStyle>
          <a:p>
            <a:endParaRPr/>
          </a:p>
        </p:txBody>
      </p:sp>
      <p:sp>
        <p:nvSpPr>
          <p:cNvPr id="3" name="Holder 3"/>
          <p:cNvSpPr>
            <a:spLocks noGrp="1"/>
          </p:cNvSpPr>
          <p:nvPr>
            <p:ph type="body" idx="1"/>
          </p:nvPr>
        </p:nvSpPr>
        <p:spPr>
          <a:xfrm>
            <a:off x="1145539" y="2127631"/>
            <a:ext cx="9900920" cy="3441065"/>
          </a:xfrm>
          <a:prstGeom prst="rect">
            <a:avLst/>
          </a:prstGeom>
        </p:spPr>
        <p:txBody>
          <a:bodyPr wrap="square" lIns="0" tIns="0" rIns="0" bIns="0">
            <a:spAutoFit/>
          </a:bodyPr>
          <a:lstStyle>
            <a:lvl1pPr>
              <a:defRPr sz="32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10/6/2022</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4.xml"/><Relationship Id="rId5" Type="http://schemas.openxmlformats.org/officeDocument/2006/relationships/image" Target="../media/image13.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hyperlink" Target="mailto:jdoe@gmail.com" TargetMode="External"/><Relationship Id="rId2" Type="http://schemas.openxmlformats.org/officeDocument/2006/relationships/hyperlink" Target="mailto:rockerboy113@yahoo.com" TargetMode="External"/><Relationship Id="rId1" Type="http://schemas.openxmlformats.org/officeDocument/2006/relationships/slideLayout" Target="../slideLayouts/slideLayout2.xml"/><Relationship Id="rId4" Type="http://schemas.openxmlformats.org/officeDocument/2006/relationships/hyperlink" Target="mailto:jd@yahoo.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098" name="Picture 2" descr="CONSISTENCY IS THE KEY | Consistency quotes, Words of wisdom quotes,  Practice quotes">
            <a:extLst>
              <a:ext uri="{FF2B5EF4-FFF2-40B4-BE49-F238E27FC236}">
                <a16:creationId xmlns:a16="http://schemas.microsoft.com/office/drawing/2014/main" id="{6368AB72-93A2-5CD0-1CF7-5D5940115D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3746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254252" y="1214627"/>
              <a:ext cx="9683496" cy="4415028"/>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306067" y="1266444"/>
              <a:ext cx="9579864" cy="4311396"/>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1447800" y="1411224"/>
              <a:ext cx="9296400" cy="4036060"/>
            </a:xfrm>
            <a:custGeom>
              <a:avLst/>
              <a:gdLst/>
              <a:ahLst/>
              <a:cxnLst/>
              <a:rect l="l" t="t" r="r" b="b"/>
              <a:pathLst>
                <a:path w="9296400" h="4036060">
                  <a:moveTo>
                    <a:pt x="0" y="4035552"/>
                  </a:moveTo>
                  <a:lnTo>
                    <a:pt x="9296400" y="4035552"/>
                  </a:lnTo>
                  <a:lnTo>
                    <a:pt x="9296400" y="0"/>
                  </a:lnTo>
                  <a:lnTo>
                    <a:pt x="0" y="0"/>
                  </a:lnTo>
                  <a:lnTo>
                    <a:pt x="0" y="4035552"/>
                  </a:lnTo>
                  <a:close/>
                </a:path>
              </a:pathLst>
            </a:custGeom>
            <a:ln w="6096">
              <a:solidFill>
                <a:srgbClr val="404040"/>
              </a:solidFill>
            </a:ln>
          </p:spPr>
          <p:txBody>
            <a:bodyPr wrap="square" lIns="0" tIns="0" rIns="0" bIns="0" rtlCol="0"/>
            <a:lstStyle/>
            <a:p>
              <a:endParaRPr/>
            </a:p>
          </p:txBody>
        </p:sp>
        <p:sp>
          <p:nvSpPr>
            <p:cNvPr id="7" name="object 7"/>
            <p:cNvSpPr/>
            <p:nvPr/>
          </p:nvSpPr>
          <p:spPr>
            <a:xfrm>
              <a:off x="5135879" y="1267967"/>
              <a:ext cx="1920239" cy="731520"/>
            </a:xfrm>
            <a:custGeom>
              <a:avLst/>
              <a:gdLst/>
              <a:ahLst/>
              <a:cxnLst/>
              <a:rect l="l" t="t" r="r" b="b"/>
              <a:pathLst>
                <a:path w="1920240" h="731519">
                  <a:moveTo>
                    <a:pt x="1920239" y="0"/>
                  </a:moveTo>
                  <a:lnTo>
                    <a:pt x="0" y="0"/>
                  </a:lnTo>
                  <a:lnTo>
                    <a:pt x="0" y="731520"/>
                  </a:lnTo>
                  <a:lnTo>
                    <a:pt x="1920239" y="731520"/>
                  </a:lnTo>
                  <a:lnTo>
                    <a:pt x="1920239" y="0"/>
                  </a:lnTo>
                  <a:close/>
                </a:path>
              </a:pathLst>
            </a:custGeom>
            <a:solidFill>
              <a:srgbClr val="E2DED1"/>
            </a:solidFill>
          </p:spPr>
          <p:txBody>
            <a:bodyPr wrap="square" lIns="0" tIns="0" rIns="0" bIns="0" rtlCol="0"/>
            <a:lstStyle/>
            <a:p>
              <a:endParaRPr/>
            </a:p>
          </p:txBody>
        </p:sp>
        <p:sp>
          <p:nvSpPr>
            <p:cNvPr id="8" name="object 8"/>
            <p:cNvSpPr/>
            <p:nvPr/>
          </p:nvSpPr>
          <p:spPr>
            <a:xfrm>
              <a:off x="5250179" y="1267967"/>
              <a:ext cx="1691639" cy="645160"/>
            </a:xfrm>
            <a:custGeom>
              <a:avLst/>
              <a:gdLst/>
              <a:ahLst/>
              <a:cxnLst/>
              <a:rect l="l" t="t" r="r" b="b"/>
              <a:pathLst>
                <a:path w="1691640" h="645160">
                  <a:moveTo>
                    <a:pt x="0" y="0"/>
                  </a:moveTo>
                  <a:lnTo>
                    <a:pt x="0" y="640080"/>
                  </a:lnTo>
                </a:path>
                <a:path w="1691640" h="645160">
                  <a:moveTo>
                    <a:pt x="1691640" y="0"/>
                  </a:moveTo>
                  <a:lnTo>
                    <a:pt x="1691640" y="640080"/>
                  </a:lnTo>
                </a:path>
                <a:path w="1691640" h="645160">
                  <a:moveTo>
                    <a:pt x="0" y="644652"/>
                  </a:moveTo>
                  <a:lnTo>
                    <a:pt x="1691640" y="644652"/>
                  </a:lnTo>
                </a:path>
              </a:pathLst>
            </a:custGeom>
            <a:ln w="6096">
              <a:solidFill>
                <a:srgbClr val="000000"/>
              </a:solidFill>
            </a:ln>
          </p:spPr>
          <p:txBody>
            <a:bodyPr wrap="square" lIns="0" tIns="0" rIns="0" bIns="0" rtlCol="0"/>
            <a:lstStyle/>
            <a:p>
              <a:endParaRPr/>
            </a:p>
          </p:txBody>
        </p:sp>
      </p:grpSp>
      <p:sp>
        <p:nvSpPr>
          <p:cNvPr id="9" name="object 9"/>
          <p:cNvSpPr txBox="1">
            <a:spLocks noGrp="1"/>
          </p:cNvSpPr>
          <p:nvPr>
            <p:ph type="title"/>
          </p:nvPr>
        </p:nvSpPr>
        <p:spPr>
          <a:xfrm>
            <a:off x="1790698" y="2400066"/>
            <a:ext cx="8610600" cy="2044149"/>
          </a:xfrm>
          <a:prstGeom prst="rect">
            <a:avLst/>
          </a:prstGeom>
        </p:spPr>
        <p:txBody>
          <a:bodyPr vert="horz" wrap="square" lIns="0" tIns="12700" rIns="0" bIns="0" rtlCol="0">
            <a:spAutoFit/>
          </a:bodyPr>
          <a:lstStyle/>
          <a:p>
            <a:pPr marL="12700" algn="ctr">
              <a:lnSpc>
                <a:spcPct val="100000"/>
              </a:lnSpc>
              <a:spcBef>
                <a:spcPts val="100"/>
              </a:spcBef>
            </a:pPr>
            <a:r>
              <a:rPr sz="6600" spc="-180" dirty="0"/>
              <a:t>P</a:t>
            </a:r>
            <a:r>
              <a:rPr lang="en-US" sz="6600" spc="-680" dirty="0"/>
              <a:t>rofessional</a:t>
            </a:r>
            <a:r>
              <a:rPr lang="en-US" sz="6600" spc="-625" dirty="0"/>
              <a:t> Modes </a:t>
            </a:r>
            <a:br>
              <a:rPr lang="en-US" sz="6600" spc="-625" dirty="0"/>
            </a:br>
            <a:r>
              <a:rPr lang="en-US" sz="6600" spc="-625" dirty="0"/>
              <a:t>of Communication</a:t>
            </a:r>
            <a:endParaRPr sz="6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228600"/>
            <a:ext cx="11582400" cy="986629"/>
          </a:xfrm>
          <a:prstGeom prst="rect">
            <a:avLst/>
          </a:prstGeom>
        </p:spPr>
        <p:txBody>
          <a:bodyPr vert="horz" wrap="square" lIns="0" tIns="380187" rIns="0" bIns="0" rtlCol="0">
            <a:spAutoFit/>
          </a:bodyPr>
          <a:lstStyle/>
          <a:p>
            <a:pPr marL="12700" marR="5080" algn="ctr">
              <a:lnSpc>
                <a:spcPts val="4650"/>
              </a:lnSpc>
              <a:spcBef>
                <a:spcPts val="675"/>
              </a:spcBef>
            </a:pPr>
            <a:r>
              <a:rPr sz="4000" spc="-225" dirty="0"/>
              <a:t>Using </a:t>
            </a:r>
            <a:r>
              <a:rPr sz="4000" spc="-110" dirty="0"/>
              <a:t>Digital</a:t>
            </a:r>
            <a:r>
              <a:rPr sz="4000" spc="-445" dirty="0"/>
              <a:t> </a:t>
            </a:r>
            <a:r>
              <a:rPr sz="4000" spc="20" dirty="0"/>
              <a:t>Communication</a:t>
            </a:r>
            <a:r>
              <a:rPr lang="en-US" sz="4000" spc="20" dirty="0"/>
              <a:t> </a:t>
            </a:r>
            <a:r>
              <a:rPr sz="4000" spc="-55" dirty="0"/>
              <a:t>Technologies</a:t>
            </a:r>
          </a:p>
        </p:txBody>
      </p:sp>
      <p:sp>
        <p:nvSpPr>
          <p:cNvPr id="3" name="object 3"/>
          <p:cNvSpPr txBox="1"/>
          <p:nvPr/>
        </p:nvSpPr>
        <p:spPr>
          <a:xfrm>
            <a:off x="1066800" y="1447800"/>
            <a:ext cx="9488170" cy="2625783"/>
          </a:xfrm>
          <a:prstGeom prst="rect">
            <a:avLst/>
          </a:prstGeom>
        </p:spPr>
        <p:txBody>
          <a:bodyPr vert="horz" wrap="square" lIns="0" tIns="12065" rIns="0" bIns="0" rtlCol="0">
            <a:spAutoFit/>
          </a:bodyPr>
          <a:lstStyle/>
          <a:p>
            <a:pPr marL="195580" marR="5080" indent="-183515">
              <a:lnSpc>
                <a:spcPct val="150000"/>
              </a:lnSpc>
              <a:spcBef>
                <a:spcPts val="95"/>
              </a:spcBef>
              <a:buClr>
                <a:srgbClr val="252525"/>
              </a:buClr>
              <a:buFont typeface="Arial"/>
              <a:buChar char="◦"/>
              <a:tabLst>
                <a:tab pos="196215" algn="l"/>
              </a:tabLst>
            </a:pPr>
            <a:r>
              <a:rPr sz="2800" spc="-150" dirty="0">
                <a:latin typeface="Verdana"/>
                <a:cs typeface="Verdana"/>
              </a:rPr>
              <a:t>Use</a:t>
            </a:r>
            <a:r>
              <a:rPr sz="2800" spc="-204" dirty="0">
                <a:latin typeface="Verdana"/>
                <a:cs typeface="Verdana"/>
              </a:rPr>
              <a:t> </a:t>
            </a:r>
            <a:r>
              <a:rPr sz="2800" spc="10" dirty="0">
                <a:latin typeface="Verdana"/>
                <a:cs typeface="Verdana"/>
              </a:rPr>
              <a:t>of</a:t>
            </a:r>
            <a:r>
              <a:rPr sz="2800" spc="-210" dirty="0">
                <a:latin typeface="Verdana"/>
                <a:cs typeface="Verdana"/>
              </a:rPr>
              <a:t> </a:t>
            </a:r>
            <a:r>
              <a:rPr sz="2800" spc="-45" dirty="0">
                <a:latin typeface="Verdana"/>
                <a:cs typeface="Verdana"/>
              </a:rPr>
              <a:t>online</a:t>
            </a:r>
            <a:r>
              <a:rPr sz="2800" spc="-204" dirty="0">
                <a:latin typeface="Verdana"/>
                <a:cs typeface="Verdana"/>
              </a:rPr>
              <a:t> </a:t>
            </a:r>
            <a:r>
              <a:rPr sz="2800" spc="-95" dirty="0">
                <a:latin typeface="Verdana"/>
                <a:cs typeface="Verdana"/>
              </a:rPr>
              <a:t>tools</a:t>
            </a:r>
            <a:r>
              <a:rPr sz="2800" spc="-195" dirty="0">
                <a:latin typeface="Verdana"/>
                <a:cs typeface="Verdana"/>
              </a:rPr>
              <a:t> </a:t>
            </a:r>
            <a:r>
              <a:rPr sz="2800" spc="-45" dirty="0">
                <a:latin typeface="Verdana"/>
                <a:cs typeface="Verdana"/>
              </a:rPr>
              <a:t>such</a:t>
            </a:r>
            <a:r>
              <a:rPr sz="2800" spc="-215" dirty="0">
                <a:latin typeface="Verdana"/>
                <a:cs typeface="Verdana"/>
              </a:rPr>
              <a:t> </a:t>
            </a:r>
            <a:r>
              <a:rPr sz="2800" spc="-80" dirty="0">
                <a:latin typeface="Verdana"/>
                <a:cs typeface="Verdana"/>
              </a:rPr>
              <a:t>as</a:t>
            </a:r>
            <a:r>
              <a:rPr sz="2800" spc="-200" dirty="0">
                <a:latin typeface="Verdana"/>
                <a:cs typeface="Verdana"/>
              </a:rPr>
              <a:t> </a:t>
            </a:r>
            <a:r>
              <a:rPr sz="2800" spc="-65" dirty="0">
                <a:latin typeface="Verdana"/>
                <a:cs typeface="Verdana"/>
              </a:rPr>
              <a:t>email,</a:t>
            </a:r>
            <a:r>
              <a:rPr sz="2800" spc="-204" dirty="0">
                <a:latin typeface="Verdana"/>
                <a:cs typeface="Verdana"/>
              </a:rPr>
              <a:t> </a:t>
            </a:r>
            <a:r>
              <a:rPr sz="2800" spc="-15" dirty="0">
                <a:latin typeface="Verdana"/>
                <a:cs typeface="Verdana"/>
              </a:rPr>
              <a:t>social</a:t>
            </a:r>
            <a:r>
              <a:rPr sz="2800" spc="-210" dirty="0">
                <a:latin typeface="Verdana"/>
                <a:cs typeface="Verdana"/>
              </a:rPr>
              <a:t> </a:t>
            </a:r>
            <a:r>
              <a:rPr sz="2800" spc="45" dirty="0">
                <a:latin typeface="Verdana"/>
                <a:cs typeface="Verdana"/>
              </a:rPr>
              <a:t>media</a:t>
            </a:r>
            <a:r>
              <a:rPr sz="2800" spc="-215" dirty="0">
                <a:latin typeface="Verdana"/>
                <a:cs typeface="Verdana"/>
              </a:rPr>
              <a:t> </a:t>
            </a:r>
            <a:r>
              <a:rPr sz="2800" spc="-110" dirty="0">
                <a:latin typeface="Verdana"/>
                <a:cs typeface="Verdana"/>
              </a:rPr>
              <a:t>texting,  </a:t>
            </a:r>
            <a:r>
              <a:rPr sz="2800" spc="25" dirty="0">
                <a:latin typeface="Verdana"/>
                <a:cs typeface="Verdana"/>
              </a:rPr>
              <a:t>etc.</a:t>
            </a:r>
            <a:r>
              <a:rPr sz="2800" spc="-210" dirty="0">
                <a:latin typeface="Verdana"/>
                <a:cs typeface="Verdana"/>
              </a:rPr>
              <a:t> </a:t>
            </a:r>
            <a:r>
              <a:rPr sz="2800" spc="-15" dirty="0">
                <a:latin typeface="Verdana"/>
                <a:cs typeface="Verdana"/>
              </a:rPr>
              <a:t>to</a:t>
            </a:r>
            <a:r>
              <a:rPr sz="2800" spc="-210" dirty="0">
                <a:latin typeface="Verdana"/>
                <a:cs typeface="Verdana"/>
              </a:rPr>
              <a:t> </a:t>
            </a:r>
            <a:r>
              <a:rPr sz="2800" spc="45" dirty="0">
                <a:latin typeface="Verdana"/>
                <a:cs typeface="Verdana"/>
              </a:rPr>
              <a:t>communicate</a:t>
            </a:r>
            <a:r>
              <a:rPr sz="2800" spc="-200" dirty="0">
                <a:latin typeface="Verdana"/>
                <a:cs typeface="Verdana"/>
              </a:rPr>
              <a:t> </a:t>
            </a:r>
            <a:r>
              <a:rPr sz="2800" spc="105" dirty="0">
                <a:latin typeface="Verdana"/>
                <a:cs typeface="Verdana"/>
              </a:rPr>
              <a:t>and</a:t>
            </a:r>
            <a:r>
              <a:rPr sz="2800" spc="-210" dirty="0">
                <a:latin typeface="Verdana"/>
                <a:cs typeface="Verdana"/>
              </a:rPr>
              <a:t> </a:t>
            </a:r>
            <a:r>
              <a:rPr sz="2800" spc="-100" dirty="0">
                <a:latin typeface="Verdana"/>
                <a:cs typeface="Verdana"/>
              </a:rPr>
              <a:t>talk</a:t>
            </a:r>
            <a:r>
              <a:rPr sz="2800" spc="-204" dirty="0">
                <a:latin typeface="Verdana"/>
                <a:cs typeface="Verdana"/>
              </a:rPr>
              <a:t> </a:t>
            </a:r>
            <a:r>
              <a:rPr sz="2800" spc="-100" dirty="0">
                <a:latin typeface="Verdana"/>
                <a:cs typeface="Verdana"/>
              </a:rPr>
              <a:t>with</a:t>
            </a:r>
            <a:r>
              <a:rPr sz="2800" spc="-220" dirty="0">
                <a:latin typeface="Verdana"/>
                <a:cs typeface="Verdana"/>
              </a:rPr>
              <a:t> </a:t>
            </a:r>
            <a:r>
              <a:rPr sz="2800" spc="-60" dirty="0">
                <a:latin typeface="Verdana"/>
                <a:cs typeface="Verdana"/>
              </a:rPr>
              <a:t>other</a:t>
            </a:r>
            <a:r>
              <a:rPr sz="2800" spc="-190" dirty="0">
                <a:latin typeface="Verdana"/>
                <a:cs typeface="Verdana"/>
              </a:rPr>
              <a:t> </a:t>
            </a:r>
            <a:r>
              <a:rPr sz="2800" spc="35" dirty="0">
                <a:latin typeface="Verdana"/>
                <a:cs typeface="Verdana"/>
              </a:rPr>
              <a:t>people.</a:t>
            </a:r>
            <a:endParaRPr sz="2800" dirty="0">
              <a:latin typeface="Verdana"/>
              <a:cs typeface="Verdana"/>
            </a:endParaRPr>
          </a:p>
          <a:p>
            <a:pPr marL="195580" marR="169545" indent="-183515">
              <a:lnSpc>
                <a:spcPct val="150000"/>
              </a:lnSpc>
              <a:spcBef>
                <a:spcPts val="900"/>
              </a:spcBef>
              <a:buClr>
                <a:srgbClr val="252525"/>
              </a:buClr>
              <a:buFont typeface="Arial"/>
              <a:buChar char="◦"/>
              <a:tabLst>
                <a:tab pos="196215" algn="l"/>
              </a:tabLst>
            </a:pPr>
            <a:r>
              <a:rPr sz="2800" spc="-130" dirty="0">
                <a:latin typeface="Verdana"/>
                <a:cs typeface="Verdana"/>
              </a:rPr>
              <a:t>Faster</a:t>
            </a:r>
            <a:r>
              <a:rPr sz="2800" spc="-180" dirty="0">
                <a:latin typeface="Verdana"/>
                <a:cs typeface="Verdana"/>
              </a:rPr>
              <a:t> </a:t>
            </a:r>
            <a:r>
              <a:rPr sz="2800" spc="-20" dirty="0">
                <a:latin typeface="Verdana"/>
                <a:cs typeface="Verdana"/>
              </a:rPr>
              <a:t>than</a:t>
            </a:r>
            <a:r>
              <a:rPr sz="2800" spc="-185" dirty="0">
                <a:latin typeface="Verdana"/>
                <a:cs typeface="Verdana"/>
              </a:rPr>
              <a:t> </a:t>
            </a:r>
            <a:r>
              <a:rPr sz="2800" spc="30" dirty="0">
                <a:latin typeface="Verdana"/>
                <a:cs typeface="Verdana"/>
              </a:rPr>
              <a:t>old</a:t>
            </a:r>
            <a:r>
              <a:rPr sz="2800" spc="-204" dirty="0">
                <a:latin typeface="Verdana"/>
                <a:cs typeface="Verdana"/>
              </a:rPr>
              <a:t> </a:t>
            </a:r>
            <a:r>
              <a:rPr sz="2800" spc="15" dirty="0">
                <a:latin typeface="Verdana"/>
                <a:cs typeface="Verdana"/>
              </a:rPr>
              <a:t>communication</a:t>
            </a:r>
            <a:r>
              <a:rPr sz="2800" spc="-225" dirty="0">
                <a:latin typeface="Verdana"/>
                <a:cs typeface="Verdana"/>
              </a:rPr>
              <a:t> </a:t>
            </a:r>
            <a:r>
              <a:rPr sz="2800" spc="-5" dirty="0">
                <a:latin typeface="Verdana"/>
                <a:cs typeface="Verdana"/>
              </a:rPr>
              <a:t>technologies</a:t>
            </a:r>
            <a:r>
              <a:rPr sz="2800" spc="-170" dirty="0">
                <a:latin typeface="Verdana"/>
                <a:cs typeface="Verdana"/>
              </a:rPr>
              <a:t> </a:t>
            </a:r>
            <a:r>
              <a:rPr sz="2800" spc="-45" dirty="0">
                <a:latin typeface="Verdana"/>
                <a:cs typeface="Verdana"/>
              </a:rPr>
              <a:t>such</a:t>
            </a:r>
            <a:r>
              <a:rPr sz="2800" spc="-210" dirty="0">
                <a:latin typeface="Verdana"/>
                <a:cs typeface="Verdana"/>
              </a:rPr>
              <a:t> </a:t>
            </a:r>
            <a:r>
              <a:rPr sz="2800" spc="-80" dirty="0">
                <a:latin typeface="Verdana"/>
                <a:cs typeface="Verdana"/>
              </a:rPr>
              <a:t>as  </a:t>
            </a:r>
            <a:r>
              <a:rPr sz="2800" spc="-65" dirty="0">
                <a:latin typeface="Verdana"/>
                <a:cs typeface="Verdana"/>
              </a:rPr>
              <a:t>fax </a:t>
            </a:r>
            <a:r>
              <a:rPr sz="2800" spc="-40" dirty="0">
                <a:latin typeface="Verdana"/>
                <a:cs typeface="Verdana"/>
              </a:rPr>
              <a:t>machines, </a:t>
            </a:r>
            <a:r>
              <a:rPr sz="2800" spc="-35" dirty="0">
                <a:latin typeface="Verdana"/>
                <a:cs typeface="Verdana"/>
              </a:rPr>
              <a:t>telephones, </a:t>
            </a:r>
            <a:r>
              <a:rPr sz="2800" spc="-155" dirty="0">
                <a:latin typeface="Verdana"/>
                <a:cs typeface="Verdana"/>
              </a:rPr>
              <a:t>letters,</a:t>
            </a:r>
            <a:r>
              <a:rPr sz="2800" spc="-595" dirty="0">
                <a:latin typeface="Verdana"/>
                <a:cs typeface="Verdana"/>
              </a:rPr>
              <a:t> </a:t>
            </a:r>
            <a:r>
              <a:rPr sz="2800" spc="20" dirty="0">
                <a:latin typeface="Verdana"/>
                <a:cs typeface="Verdana"/>
              </a:rPr>
              <a:t>etc.</a:t>
            </a:r>
            <a:endParaRPr sz="2800" dirty="0">
              <a:latin typeface="Verdana"/>
              <a:cs typeface="Verdana"/>
            </a:endParaRPr>
          </a:p>
        </p:txBody>
      </p:sp>
      <p:pic>
        <p:nvPicPr>
          <p:cNvPr id="5" name="Picture 4">
            <a:extLst>
              <a:ext uri="{FF2B5EF4-FFF2-40B4-BE49-F238E27FC236}">
                <a16:creationId xmlns:a16="http://schemas.microsoft.com/office/drawing/2014/main" id="{60A5A3E6-966C-7651-AD7A-1DC66290D64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4556"/>
          <a:stretch/>
        </p:blipFill>
        <p:spPr>
          <a:xfrm>
            <a:off x="3367754" y="4081332"/>
            <a:ext cx="5456492" cy="24641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033954" y="542729"/>
            <a:ext cx="10124092" cy="756920"/>
          </a:xfrm>
          <a:prstGeom prst="rect">
            <a:avLst/>
          </a:prstGeom>
        </p:spPr>
        <p:txBody>
          <a:bodyPr vert="horz" wrap="square" lIns="0" tIns="12700" rIns="0" bIns="0" rtlCol="0">
            <a:spAutoFit/>
          </a:bodyPr>
          <a:lstStyle/>
          <a:p>
            <a:pPr marL="12700" algn="ctr">
              <a:lnSpc>
                <a:spcPct val="100000"/>
              </a:lnSpc>
              <a:spcBef>
                <a:spcPts val="100"/>
              </a:spcBef>
            </a:pPr>
            <a:r>
              <a:rPr sz="4800" spc="100" dirty="0"/>
              <a:t>Modes </a:t>
            </a:r>
            <a:r>
              <a:rPr sz="4800" spc="20" dirty="0"/>
              <a:t>of </a:t>
            </a:r>
            <a:r>
              <a:rPr sz="4800" spc="-55" dirty="0"/>
              <a:t>Online</a:t>
            </a:r>
            <a:r>
              <a:rPr sz="4800" spc="-1200" dirty="0"/>
              <a:t> </a:t>
            </a:r>
            <a:r>
              <a:rPr sz="4800" spc="25" dirty="0"/>
              <a:t>Communication</a:t>
            </a:r>
            <a:endParaRPr sz="4800" dirty="0"/>
          </a:p>
        </p:txBody>
      </p:sp>
      <p:pic>
        <p:nvPicPr>
          <p:cNvPr id="1026" name="Picture 2" descr="The Best Free Email Providers [2021 Guide to Online Email Account Services]">
            <a:extLst>
              <a:ext uri="{FF2B5EF4-FFF2-40B4-BE49-F238E27FC236}">
                <a16:creationId xmlns:a16="http://schemas.microsoft.com/office/drawing/2014/main" id="{26615BA6-0B9A-FB89-4009-0BBB1406C7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1524000"/>
            <a:ext cx="2057400" cy="15430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D5D66AD-9AB9-7934-0EC8-021B3EAEF2EB}"/>
              </a:ext>
            </a:extLst>
          </p:cNvPr>
          <p:cNvSpPr txBox="1"/>
          <p:nvPr/>
        </p:nvSpPr>
        <p:spPr>
          <a:xfrm>
            <a:off x="762000" y="3276600"/>
            <a:ext cx="2057400" cy="369332"/>
          </a:xfrm>
          <a:prstGeom prst="rect">
            <a:avLst/>
          </a:prstGeom>
          <a:noFill/>
        </p:spPr>
        <p:txBody>
          <a:bodyPr wrap="square" rtlCol="0">
            <a:spAutoFit/>
          </a:bodyPr>
          <a:lstStyle/>
          <a:p>
            <a:pPr algn="ctr"/>
            <a:r>
              <a:rPr lang="en-US" sz="1800" b="1" spc="-135" dirty="0">
                <a:latin typeface="Verdana"/>
                <a:cs typeface="Verdana"/>
              </a:rPr>
              <a:t>Emails</a:t>
            </a:r>
          </a:p>
        </p:txBody>
      </p:sp>
      <p:pic>
        <p:nvPicPr>
          <p:cNvPr id="1028" name="Picture 4" descr="The Best Video Conferencing Software for 2022 | PCMag">
            <a:extLst>
              <a:ext uri="{FF2B5EF4-FFF2-40B4-BE49-F238E27FC236}">
                <a16:creationId xmlns:a16="http://schemas.microsoft.com/office/drawing/2014/main" id="{4302DF7D-C31B-0247-123C-F972E9D6646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10391" y="3855482"/>
            <a:ext cx="2743200" cy="15430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09D19B9-718C-EA89-6A82-09D89573F1DF}"/>
              </a:ext>
            </a:extLst>
          </p:cNvPr>
          <p:cNvSpPr txBox="1"/>
          <p:nvPr/>
        </p:nvSpPr>
        <p:spPr>
          <a:xfrm>
            <a:off x="2424692" y="5456277"/>
            <a:ext cx="2514599" cy="646331"/>
          </a:xfrm>
          <a:prstGeom prst="rect">
            <a:avLst/>
          </a:prstGeom>
          <a:noFill/>
        </p:spPr>
        <p:txBody>
          <a:bodyPr wrap="square" rtlCol="0">
            <a:spAutoFit/>
          </a:bodyPr>
          <a:lstStyle/>
          <a:p>
            <a:pPr algn="ctr"/>
            <a:r>
              <a:rPr lang="en-US" sz="1800" b="1" spc="50" dirty="0">
                <a:latin typeface="Verdana"/>
                <a:cs typeface="Verdana"/>
              </a:rPr>
              <a:t>Video</a:t>
            </a:r>
            <a:r>
              <a:rPr lang="en-US" sz="1800" b="1" spc="-204" dirty="0">
                <a:latin typeface="Verdana"/>
                <a:cs typeface="Verdana"/>
              </a:rPr>
              <a:t> </a:t>
            </a:r>
            <a:r>
              <a:rPr lang="en-US" sz="1800" b="1" spc="30" dirty="0">
                <a:latin typeface="Verdana"/>
                <a:cs typeface="Verdana"/>
              </a:rPr>
              <a:t>conferencing</a:t>
            </a:r>
          </a:p>
        </p:txBody>
      </p:sp>
      <p:pic>
        <p:nvPicPr>
          <p:cNvPr id="1030" name="Picture 6" descr="Platform Diversity: Five Social Media Platforms to Consider - [Talking  Influence]">
            <a:extLst>
              <a:ext uri="{FF2B5EF4-FFF2-40B4-BE49-F238E27FC236}">
                <a16:creationId xmlns:a16="http://schemas.microsoft.com/office/drawing/2014/main" id="{1E7744BB-E726-7491-3270-43191FCB90F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21727" y="1485270"/>
            <a:ext cx="2430982" cy="16214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10D7FFF-8431-3C88-8E32-F89F7A7C5898}"/>
              </a:ext>
            </a:extLst>
          </p:cNvPr>
          <p:cNvSpPr txBox="1"/>
          <p:nvPr/>
        </p:nvSpPr>
        <p:spPr>
          <a:xfrm>
            <a:off x="5103594" y="3298556"/>
            <a:ext cx="2306960" cy="646331"/>
          </a:xfrm>
          <a:prstGeom prst="rect">
            <a:avLst/>
          </a:prstGeom>
          <a:noFill/>
        </p:spPr>
        <p:txBody>
          <a:bodyPr wrap="square" rtlCol="0">
            <a:spAutoFit/>
          </a:bodyPr>
          <a:lstStyle/>
          <a:p>
            <a:pPr algn="ctr"/>
            <a:r>
              <a:rPr lang="en-US" sz="1800" b="1" spc="-35" dirty="0">
                <a:latin typeface="Verdana"/>
                <a:cs typeface="Verdana"/>
              </a:rPr>
              <a:t>Social</a:t>
            </a:r>
            <a:r>
              <a:rPr lang="en-US" sz="1800" b="1" spc="-225" dirty="0">
                <a:latin typeface="Verdana"/>
                <a:cs typeface="Verdana"/>
              </a:rPr>
              <a:t> </a:t>
            </a:r>
            <a:r>
              <a:rPr lang="en-US" sz="1800" b="1" spc="45" dirty="0">
                <a:latin typeface="Verdana"/>
                <a:cs typeface="Verdana"/>
              </a:rPr>
              <a:t>media</a:t>
            </a:r>
            <a:endParaRPr lang="en-US" sz="1800" b="1" dirty="0">
              <a:latin typeface="Verdana"/>
              <a:cs typeface="Verdana"/>
            </a:endParaRPr>
          </a:p>
          <a:p>
            <a:endParaRPr lang="en-US" dirty="0"/>
          </a:p>
        </p:txBody>
      </p:sp>
      <p:pic>
        <p:nvPicPr>
          <p:cNvPr id="10" name="Picture 9">
            <a:extLst>
              <a:ext uri="{FF2B5EF4-FFF2-40B4-BE49-F238E27FC236}">
                <a16:creationId xmlns:a16="http://schemas.microsoft.com/office/drawing/2014/main" id="{7CB6D1F9-4139-4F02-0BD5-DBB4A8F6D76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98333" y="4017585"/>
            <a:ext cx="2745005" cy="1543050"/>
          </a:xfrm>
          <a:prstGeom prst="rect">
            <a:avLst/>
          </a:prstGeom>
        </p:spPr>
      </p:pic>
      <p:sp>
        <p:nvSpPr>
          <p:cNvPr id="11" name="TextBox 10">
            <a:extLst>
              <a:ext uri="{FF2B5EF4-FFF2-40B4-BE49-F238E27FC236}">
                <a16:creationId xmlns:a16="http://schemas.microsoft.com/office/drawing/2014/main" id="{36F4B1E4-9F0B-8CE0-115B-880E9AE8D019}"/>
              </a:ext>
            </a:extLst>
          </p:cNvPr>
          <p:cNvSpPr txBox="1"/>
          <p:nvPr/>
        </p:nvSpPr>
        <p:spPr>
          <a:xfrm>
            <a:off x="6898333" y="5560670"/>
            <a:ext cx="2889639" cy="646331"/>
          </a:xfrm>
          <a:prstGeom prst="rect">
            <a:avLst/>
          </a:prstGeom>
          <a:noFill/>
        </p:spPr>
        <p:txBody>
          <a:bodyPr wrap="square" rtlCol="0">
            <a:spAutoFit/>
          </a:bodyPr>
          <a:lstStyle/>
          <a:p>
            <a:pPr algn="ctr"/>
            <a:r>
              <a:rPr lang="en-US" sz="1800" b="1" spc="-25" dirty="0">
                <a:latin typeface="Verdana"/>
                <a:cs typeface="Verdana"/>
              </a:rPr>
              <a:t>Online</a:t>
            </a:r>
            <a:r>
              <a:rPr lang="en-US" sz="1800" b="1" spc="-225" dirty="0">
                <a:latin typeface="Verdana"/>
                <a:cs typeface="Verdana"/>
              </a:rPr>
              <a:t> </a:t>
            </a:r>
            <a:r>
              <a:rPr lang="en-US" sz="1800" b="1" spc="-125" dirty="0">
                <a:latin typeface="Verdana"/>
                <a:cs typeface="Verdana"/>
              </a:rPr>
              <a:t>forums</a:t>
            </a:r>
          </a:p>
          <a:p>
            <a:endParaRPr lang="en-US" dirty="0"/>
          </a:p>
        </p:txBody>
      </p:sp>
      <p:pic>
        <p:nvPicPr>
          <p:cNvPr id="1032" name="Picture 8" descr="Voice over Internet Protocol (VoIP) - CyberHoot">
            <a:extLst>
              <a:ext uri="{FF2B5EF4-FFF2-40B4-BE49-F238E27FC236}">
                <a16:creationId xmlns:a16="http://schemas.microsoft.com/office/drawing/2014/main" id="{3423FDE0-F147-0257-DB4F-584A5B8D07C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86800" y="1409299"/>
            <a:ext cx="2568799" cy="181100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EB95C46E-17EA-CBB5-F168-C727917D38CE}"/>
              </a:ext>
            </a:extLst>
          </p:cNvPr>
          <p:cNvSpPr txBox="1"/>
          <p:nvPr/>
        </p:nvSpPr>
        <p:spPr>
          <a:xfrm>
            <a:off x="8407953" y="3329952"/>
            <a:ext cx="3346839" cy="1315745"/>
          </a:xfrm>
          <a:prstGeom prst="rect">
            <a:avLst/>
          </a:prstGeom>
          <a:noFill/>
        </p:spPr>
        <p:txBody>
          <a:bodyPr wrap="square" rtlCol="0">
            <a:spAutoFit/>
          </a:bodyPr>
          <a:lstStyle/>
          <a:p>
            <a:pPr marL="12065" algn="ctr">
              <a:spcBef>
                <a:spcPts val="900"/>
              </a:spcBef>
              <a:buClr>
                <a:srgbClr val="252525"/>
              </a:buClr>
              <a:tabLst>
                <a:tab pos="196215" algn="l"/>
              </a:tabLst>
            </a:pPr>
            <a:r>
              <a:rPr lang="en-US" sz="1800" b="1" spc="-95" dirty="0">
                <a:latin typeface="Verdana"/>
                <a:cs typeface="Verdana"/>
              </a:rPr>
              <a:t>VoIP </a:t>
            </a:r>
            <a:r>
              <a:rPr lang="en-US" sz="1800" b="1" spc="35" dirty="0">
                <a:latin typeface="Verdana"/>
                <a:cs typeface="Verdana"/>
              </a:rPr>
              <a:t>(Voice </a:t>
            </a:r>
            <a:r>
              <a:rPr lang="en-US" sz="1800" b="1" spc="-15" dirty="0">
                <a:latin typeface="Verdana"/>
                <a:cs typeface="Verdana"/>
              </a:rPr>
              <a:t>Over</a:t>
            </a:r>
            <a:r>
              <a:rPr lang="en-US" sz="1800" b="1" spc="-595" dirty="0">
                <a:latin typeface="Verdana"/>
                <a:cs typeface="Verdana"/>
              </a:rPr>
              <a:t> </a:t>
            </a:r>
            <a:r>
              <a:rPr lang="en-US" sz="1800" b="1" spc="-114" dirty="0">
                <a:latin typeface="Verdana"/>
                <a:cs typeface="Verdana"/>
              </a:rPr>
              <a:t>Internet </a:t>
            </a:r>
            <a:r>
              <a:rPr lang="en-US" sz="1800" b="1" spc="-25" dirty="0">
                <a:latin typeface="Verdana"/>
                <a:cs typeface="Verdana"/>
              </a:rPr>
              <a:t>Protocol)</a:t>
            </a:r>
            <a:endParaRPr lang="en-US" sz="1800" b="1" dirty="0">
              <a:latin typeface="Verdana"/>
              <a:cs typeface="Verdana"/>
            </a:endParaRPr>
          </a:p>
          <a:p>
            <a:pPr marL="195580" indent="-183515">
              <a:lnSpc>
                <a:spcPct val="100000"/>
              </a:lnSpc>
              <a:spcBef>
                <a:spcPts val="900"/>
              </a:spcBef>
              <a:buClr>
                <a:srgbClr val="252525"/>
              </a:buClr>
              <a:buFont typeface="Arial"/>
              <a:buChar char="◦"/>
              <a:tabLst>
                <a:tab pos="196215" algn="l"/>
              </a:tabLst>
            </a:pPr>
            <a:endParaRPr lang="en-US" sz="1800" dirty="0">
              <a:latin typeface="Verdana"/>
              <a:cs typeface="Verdana"/>
            </a:endParaRP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DF467E26-C0E2-3665-2D21-934D2D4577A5}"/>
              </a:ext>
            </a:extLst>
          </p:cNvPr>
          <p:cNvGraphicFramePr/>
          <p:nvPr>
            <p:extLst>
              <p:ext uri="{D42A27DB-BD31-4B8C-83A1-F6EECF244321}">
                <p14:modId xmlns:p14="http://schemas.microsoft.com/office/powerpoint/2010/main" val="2626029642"/>
              </p:ext>
            </p:extLst>
          </p:nvPr>
        </p:nvGraphicFramePr>
        <p:xfrm>
          <a:off x="-457200" y="152400"/>
          <a:ext cx="13182600" cy="655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D27CFCF1-77FE-D8BD-7233-B1A586508286}"/>
              </a:ext>
            </a:extLst>
          </p:cNvPr>
          <p:cNvGraphicFramePr/>
          <p:nvPr>
            <p:extLst>
              <p:ext uri="{D42A27DB-BD31-4B8C-83A1-F6EECF244321}">
                <p14:modId xmlns:p14="http://schemas.microsoft.com/office/powerpoint/2010/main" val="1387444176"/>
              </p:ext>
            </p:extLst>
          </p:nvPr>
        </p:nvGraphicFramePr>
        <p:xfrm>
          <a:off x="0" y="228600"/>
          <a:ext cx="12192000" cy="64930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539" y="900176"/>
            <a:ext cx="4639310" cy="756920"/>
          </a:xfrm>
          <a:prstGeom prst="rect">
            <a:avLst/>
          </a:prstGeom>
        </p:spPr>
        <p:txBody>
          <a:bodyPr vert="horz" wrap="square" lIns="0" tIns="12700" rIns="0" bIns="0" rtlCol="0">
            <a:spAutoFit/>
          </a:bodyPr>
          <a:lstStyle/>
          <a:p>
            <a:pPr marL="12700">
              <a:lnSpc>
                <a:spcPct val="100000"/>
              </a:lnSpc>
              <a:spcBef>
                <a:spcPts val="100"/>
              </a:spcBef>
            </a:pPr>
            <a:r>
              <a:rPr sz="4800" spc="-195" dirty="0"/>
              <a:t>Email</a:t>
            </a:r>
            <a:r>
              <a:rPr sz="4800" spc="-425" dirty="0"/>
              <a:t> </a:t>
            </a:r>
            <a:r>
              <a:rPr sz="4800" spc="-160" dirty="0"/>
              <a:t>Etiquettes</a:t>
            </a:r>
            <a:endParaRPr sz="4800"/>
          </a:p>
        </p:txBody>
      </p:sp>
      <p:sp>
        <p:nvSpPr>
          <p:cNvPr id="3" name="object 3"/>
          <p:cNvSpPr txBox="1"/>
          <p:nvPr/>
        </p:nvSpPr>
        <p:spPr>
          <a:xfrm>
            <a:off x="1145539" y="2063978"/>
            <a:ext cx="9886950" cy="3257550"/>
          </a:xfrm>
          <a:prstGeom prst="rect">
            <a:avLst/>
          </a:prstGeom>
        </p:spPr>
        <p:txBody>
          <a:bodyPr vert="horz" wrap="square" lIns="0" tIns="76835" rIns="0" bIns="0" rtlCol="0">
            <a:spAutoFit/>
          </a:bodyPr>
          <a:lstStyle/>
          <a:p>
            <a:pPr marL="195580" indent="-183515">
              <a:lnSpc>
                <a:spcPct val="100000"/>
              </a:lnSpc>
              <a:spcBef>
                <a:spcPts val="605"/>
              </a:spcBef>
              <a:buClr>
                <a:srgbClr val="252525"/>
              </a:buClr>
              <a:buFont typeface="Arial"/>
              <a:buChar char="◦"/>
              <a:tabLst>
                <a:tab pos="196215" algn="l"/>
              </a:tabLst>
            </a:pPr>
            <a:r>
              <a:rPr sz="3200" spc="-20" dirty="0">
                <a:latin typeface="Verdana"/>
                <a:cs typeface="Verdana"/>
              </a:rPr>
              <a:t>What </a:t>
            </a:r>
            <a:r>
              <a:rPr sz="3200" spc="-335" dirty="0">
                <a:latin typeface="Verdana"/>
                <a:cs typeface="Verdana"/>
              </a:rPr>
              <a:t>is</a:t>
            </a:r>
            <a:r>
              <a:rPr sz="3200" spc="-480" dirty="0">
                <a:latin typeface="Verdana"/>
                <a:cs typeface="Verdana"/>
              </a:rPr>
              <a:t> </a:t>
            </a:r>
            <a:r>
              <a:rPr sz="3200" b="1" spc="10" dirty="0">
                <a:latin typeface="Gothic Uralic"/>
                <a:cs typeface="Gothic Uralic"/>
              </a:rPr>
              <a:t>etiquette</a:t>
            </a:r>
            <a:r>
              <a:rPr sz="3200" spc="10" dirty="0">
                <a:latin typeface="Verdana"/>
                <a:cs typeface="Verdana"/>
              </a:rPr>
              <a:t>?</a:t>
            </a:r>
            <a:endParaRPr sz="3200">
              <a:latin typeface="Verdana"/>
              <a:cs typeface="Verdana"/>
            </a:endParaRPr>
          </a:p>
          <a:p>
            <a:pPr marL="469900" marR="526415" lvl="1" indent="-182880">
              <a:lnSpc>
                <a:spcPct val="100000"/>
              </a:lnSpc>
              <a:spcBef>
                <a:spcPts val="505"/>
              </a:spcBef>
              <a:buClr>
                <a:srgbClr val="252525"/>
              </a:buClr>
              <a:buFont typeface="Arial"/>
              <a:buChar char="◦"/>
              <a:tabLst>
                <a:tab pos="470534" algn="l"/>
              </a:tabLst>
            </a:pPr>
            <a:r>
              <a:rPr sz="3200" spc="-170" dirty="0">
                <a:latin typeface="Verdana"/>
                <a:cs typeface="Verdana"/>
              </a:rPr>
              <a:t>The</a:t>
            </a:r>
            <a:r>
              <a:rPr sz="3200" spc="-254" dirty="0">
                <a:latin typeface="Verdana"/>
                <a:cs typeface="Verdana"/>
              </a:rPr>
              <a:t> </a:t>
            </a:r>
            <a:r>
              <a:rPr sz="3200" spc="-200" dirty="0">
                <a:latin typeface="Verdana"/>
                <a:cs typeface="Verdana"/>
              </a:rPr>
              <a:t>rules</a:t>
            </a:r>
            <a:r>
              <a:rPr sz="3200" spc="-245" dirty="0">
                <a:latin typeface="Verdana"/>
                <a:cs typeface="Verdana"/>
              </a:rPr>
              <a:t> </a:t>
            </a:r>
            <a:r>
              <a:rPr sz="3200" spc="10" dirty="0">
                <a:latin typeface="Verdana"/>
                <a:cs typeface="Verdana"/>
              </a:rPr>
              <a:t>which</a:t>
            </a:r>
            <a:r>
              <a:rPr sz="3200" spc="-240" dirty="0">
                <a:latin typeface="Verdana"/>
                <a:cs typeface="Verdana"/>
              </a:rPr>
              <a:t> </a:t>
            </a:r>
            <a:r>
              <a:rPr sz="3200" spc="35" dirty="0">
                <a:latin typeface="Verdana"/>
                <a:cs typeface="Verdana"/>
              </a:rPr>
              <a:t>indicate</a:t>
            </a:r>
            <a:r>
              <a:rPr sz="3200" spc="-270" dirty="0">
                <a:latin typeface="Verdana"/>
                <a:cs typeface="Verdana"/>
              </a:rPr>
              <a:t> </a:t>
            </a:r>
            <a:r>
              <a:rPr sz="3200" spc="-25" dirty="0">
                <a:latin typeface="Verdana"/>
                <a:cs typeface="Verdana"/>
              </a:rPr>
              <a:t>the</a:t>
            </a:r>
            <a:r>
              <a:rPr sz="3200" spc="-250" dirty="0">
                <a:latin typeface="Verdana"/>
                <a:cs typeface="Verdana"/>
              </a:rPr>
              <a:t> </a:t>
            </a:r>
            <a:r>
              <a:rPr sz="3200" spc="40" dirty="0">
                <a:latin typeface="Verdana"/>
                <a:cs typeface="Verdana"/>
              </a:rPr>
              <a:t>“correct”</a:t>
            </a:r>
            <a:r>
              <a:rPr sz="3200" spc="-240" dirty="0">
                <a:latin typeface="Verdana"/>
                <a:cs typeface="Verdana"/>
              </a:rPr>
              <a:t> </a:t>
            </a:r>
            <a:r>
              <a:rPr sz="3200" spc="40" dirty="0">
                <a:latin typeface="Verdana"/>
                <a:cs typeface="Verdana"/>
              </a:rPr>
              <a:t>way</a:t>
            </a:r>
            <a:r>
              <a:rPr sz="3200" spc="-240" dirty="0">
                <a:latin typeface="Verdana"/>
                <a:cs typeface="Verdana"/>
              </a:rPr>
              <a:t> </a:t>
            </a:r>
            <a:r>
              <a:rPr sz="3200" spc="-10" dirty="0">
                <a:latin typeface="Verdana"/>
                <a:cs typeface="Verdana"/>
              </a:rPr>
              <a:t>to  </a:t>
            </a:r>
            <a:r>
              <a:rPr sz="3200" spc="95" dirty="0">
                <a:latin typeface="Verdana"/>
                <a:cs typeface="Verdana"/>
              </a:rPr>
              <a:t>behave</a:t>
            </a:r>
            <a:r>
              <a:rPr sz="3200" spc="-254" dirty="0">
                <a:latin typeface="Verdana"/>
                <a:cs typeface="Verdana"/>
              </a:rPr>
              <a:t> </a:t>
            </a:r>
            <a:r>
              <a:rPr sz="3200" spc="-160" dirty="0">
                <a:latin typeface="Verdana"/>
                <a:cs typeface="Verdana"/>
              </a:rPr>
              <a:t>in</a:t>
            </a:r>
            <a:r>
              <a:rPr sz="3200" spc="-254" dirty="0">
                <a:latin typeface="Verdana"/>
                <a:cs typeface="Verdana"/>
              </a:rPr>
              <a:t> </a:t>
            </a:r>
            <a:r>
              <a:rPr sz="3200" spc="265" dirty="0">
                <a:latin typeface="Verdana"/>
                <a:cs typeface="Verdana"/>
              </a:rPr>
              <a:t>a</a:t>
            </a:r>
            <a:r>
              <a:rPr sz="3200" spc="-240" dirty="0">
                <a:latin typeface="Verdana"/>
                <a:cs typeface="Verdana"/>
              </a:rPr>
              <a:t> </a:t>
            </a:r>
            <a:r>
              <a:rPr sz="3200" spc="-10" dirty="0">
                <a:latin typeface="Verdana"/>
                <a:cs typeface="Verdana"/>
              </a:rPr>
              <a:t>certain</a:t>
            </a:r>
            <a:r>
              <a:rPr sz="3200" spc="-250" dirty="0">
                <a:latin typeface="Verdana"/>
                <a:cs typeface="Verdana"/>
              </a:rPr>
              <a:t> </a:t>
            </a:r>
            <a:r>
              <a:rPr sz="3200" spc="-90" dirty="0">
                <a:latin typeface="Verdana"/>
                <a:cs typeface="Verdana"/>
              </a:rPr>
              <a:t>time</a:t>
            </a:r>
            <a:r>
              <a:rPr sz="3200" spc="-240" dirty="0">
                <a:latin typeface="Verdana"/>
                <a:cs typeface="Verdana"/>
              </a:rPr>
              <a:t> </a:t>
            </a:r>
            <a:r>
              <a:rPr sz="3200" spc="125" dirty="0">
                <a:latin typeface="Verdana"/>
                <a:cs typeface="Verdana"/>
              </a:rPr>
              <a:t>and</a:t>
            </a:r>
            <a:r>
              <a:rPr sz="3200" spc="-254" dirty="0">
                <a:latin typeface="Verdana"/>
                <a:cs typeface="Verdana"/>
              </a:rPr>
              <a:t> </a:t>
            </a:r>
            <a:r>
              <a:rPr sz="3200" spc="80" dirty="0">
                <a:latin typeface="Verdana"/>
                <a:cs typeface="Verdana"/>
              </a:rPr>
              <a:t>place.</a:t>
            </a:r>
            <a:endParaRPr sz="3200">
              <a:latin typeface="Verdana"/>
              <a:cs typeface="Verdana"/>
            </a:endParaRPr>
          </a:p>
          <a:p>
            <a:pPr lvl="1">
              <a:lnSpc>
                <a:spcPct val="100000"/>
              </a:lnSpc>
              <a:spcBef>
                <a:spcPts val="10"/>
              </a:spcBef>
              <a:buClr>
                <a:srgbClr val="252525"/>
              </a:buClr>
              <a:buFont typeface="Arial"/>
              <a:buChar char="◦"/>
            </a:pPr>
            <a:endParaRPr sz="4300">
              <a:latin typeface="Verdana"/>
              <a:cs typeface="Verdana"/>
            </a:endParaRPr>
          </a:p>
          <a:p>
            <a:pPr marL="195580" marR="5080" indent="-183515">
              <a:lnSpc>
                <a:spcPct val="100000"/>
              </a:lnSpc>
              <a:buClr>
                <a:srgbClr val="252525"/>
              </a:buClr>
              <a:buFont typeface="Arial"/>
              <a:buChar char="◦"/>
              <a:tabLst>
                <a:tab pos="196215" algn="l"/>
              </a:tabLst>
            </a:pPr>
            <a:r>
              <a:rPr sz="3200" spc="-130" dirty="0">
                <a:latin typeface="Verdana"/>
                <a:cs typeface="Verdana"/>
              </a:rPr>
              <a:t>Email</a:t>
            </a:r>
            <a:r>
              <a:rPr sz="3200" spc="-245" dirty="0">
                <a:latin typeface="Verdana"/>
                <a:cs typeface="Verdana"/>
              </a:rPr>
              <a:t> </a:t>
            </a:r>
            <a:r>
              <a:rPr sz="3200" spc="-20" dirty="0">
                <a:latin typeface="Verdana"/>
                <a:cs typeface="Verdana"/>
              </a:rPr>
              <a:t>etiquette</a:t>
            </a:r>
            <a:r>
              <a:rPr sz="3200" spc="-240" dirty="0">
                <a:latin typeface="Verdana"/>
                <a:cs typeface="Verdana"/>
              </a:rPr>
              <a:t> </a:t>
            </a:r>
            <a:r>
              <a:rPr sz="3200" spc="-335" dirty="0">
                <a:latin typeface="Verdana"/>
                <a:cs typeface="Verdana"/>
              </a:rPr>
              <a:t>is</a:t>
            </a:r>
            <a:r>
              <a:rPr sz="3200" spc="-254" dirty="0">
                <a:latin typeface="Verdana"/>
                <a:cs typeface="Verdana"/>
              </a:rPr>
              <a:t> </a:t>
            </a:r>
            <a:r>
              <a:rPr sz="3200" spc="-15" dirty="0">
                <a:latin typeface="Verdana"/>
                <a:cs typeface="Verdana"/>
              </a:rPr>
              <a:t>especially</a:t>
            </a:r>
            <a:r>
              <a:rPr sz="3200" spc="-280" dirty="0">
                <a:latin typeface="Verdana"/>
                <a:cs typeface="Verdana"/>
              </a:rPr>
              <a:t> </a:t>
            </a:r>
            <a:r>
              <a:rPr sz="3200" spc="-70" dirty="0">
                <a:latin typeface="Verdana"/>
                <a:cs typeface="Verdana"/>
              </a:rPr>
              <a:t>important</a:t>
            </a:r>
            <a:r>
              <a:rPr sz="3200" spc="-229" dirty="0">
                <a:latin typeface="Verdana"/>
                <a:cs typeface="Verdana"/>
              </a:rPr>
              <a:t> </a:t>
            </a:r>
            <a:r>
              <a:rPr sz="3200" spc="-160" dirty="0">
                <a:latin typeface="Verdana"/>
                <a:cs typeface="Verdana"/>
              </a:rPr>
              <a:t>in</a:t>
            </a:r>
            <a:r>
              <a:rPr sz="3200" spc="-240" dirty="0">
                <a:latin typeface="Verdana"/>
                <a:cs typeface="Verdana"/>
              </a:rPr>
              <a:t> </a:t>
            </a:r>
            <a:r>
              <a:rPr sz="3200" spc="-25" dirty="0">
                <a:latin typeface="Verdana"/>
                <a:cs typeface="Verdana"/>
              </a:rPr>
              <a:t>the</a:t>
            </a:r>
            <a:r>
              <a:rPr sz="3200" spc="-250" dirty="0">
                <a:latin typeface="Verdana"/>
                <a:cs typeface="Verdana"/>
              </a:rPr>
              <a:t> </a:t>
            </a:r>
            <a:r>
              <a:rPr sz="3200" spc="-130" dirty="0">
                <a:latin typeface="Verdana"/>
                <a:cs typeface="Verdana"/>
              </a:rPr>
              <a:t>work  </a:t>
            </a:r>
            <a:r>
              <a:rPr sz="3200" spc="155" dirty="0">
                <a:latin typeface="Verdana"/>
                <a:cs typeface="Verdana"/>
              </a:rPr>
              <a:t>place</a:t>
            </a:r>
            <a:endParaRPr sz="3200">
              <a:latin typeface="Verdana"/>
              <a:cs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254252" y="1214627"/>
              <a:ext cx="9683496" cy="4415028"/>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306067" y="1266444"/>
              <a:ext cx="9579864" cy="4311396"/>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1447800" y="1411224"/>
              <a:ext cx="9296400" cy="4036060"/>
            </a:xfrm>
            <a:custGeom>
              <a:avLst/>
              <a:gdLst/>
              <a:ahLst/>
              <a:cxnLst/>
              <a:rect l="l" t="t" r="r" b="b"/>
              <a:pathLst>
                <a:path w="9296400" h="4036060">
                  <a:moveTo>
                    <a:pt x="0" y="4035552"/>
                  </a:moveTo>
                  <a:lnTo>
                    <a:pt x="9296400" y="4035552"/>
                  </a:lnTo>
                  <a:lnTo>
                    <a:pt x="9296400" y="0"/>
                  </a:lnTo>
                  <a:lnTo>
                    <a:pt x="0" y="0"/>
                  </a:lnTo>
                  <a:lnTo>
                    <a:pt x="0" y="4035552"/>
                  </a:lnTo>
                  <a:close/>
                </a:path>
              </a:pathLst>
            </a:custGeom>
            <a:ln w="6096">
              <a:solidFill>
                <a:srgbClr val="404040"/>
              </a:solidFill>
            </a:ln>
          </p:spPr>
          <p:txBody>
            <a:bodyPr wrap="square" lIns="0" tIns="0" rIns="0" bIns="0" rtlCol="0"/>
            <a:lstStyle/>
            <a:p>
              <a:endParaRPr/>
            </a:p>
          </p:txBody>
        </p:sp>
        <p:sp>
          <p:nvSpPr>
            <p:cNvPr id="7" name="object 7"/>
            <p:cNvSpPr/>
            <p:nvPr/>
          </p:nvSpPr>
          <p:spPr>
            <a:xfrm>
              <a:off x="5135879" y="1267967"/>
              <a:ext cx="1920239" cy="731520"/>
            </a:xfrm>
            <a:custGeom>
              <a:avLst/>
              <a:gdLst/>
              <a:ahLst/>
              <a:cxnLst/>
              <a:rect l="l" t="t" r="r" b="b"/>
              <a:pathLst>
                <a:path w="1920240" h="731519">
                  <a:moveTo>
                    <a:pt x="1920239" y="0"/>
                  </a:moveTo>
                  <a:lnTo>
                    <a:pt x="0" y="0"/>
                  </a:lnTo>
                  <a:lnTo>
                    <a:pt x="0" y="731520"/>
                  </a:lnTo>
                  <a:lnTo>
                    <a:pt x="1920239" y="731520"/>
                  </a:lnTo>
                  <a:lnTo>
                    <a:pt x="1920239" y="0"/>
                  </a:lnTo>
                  <a:close/>
                </a:path>
              </a:pathLst>
            </a:custGeom>
            <a:solidFill>
              <a:srgbClr val="E2DED1"/>
            </a:solidFill>
          </p:spPr>
          <p:txBody>
            <a:bodyPr wrap="square" lIns="0" tIns="0" rIns="0" bIns="0" rtlCol="0"/>
            <a:lstStyle/>
            <a:p>
              <a:endParaRPr/>
            </a:p>
          </p:txBody>
        </p:sp>
        <p:sp>
          <p:nvSpPr>
            <p:cNvPr id="8" name="object 8"/>
            <p:cNvSpPr/>
            <p:nvPr/>
          </p:nvSpPr>
          <p:spPr>
            <a:xfrm>
              <a:off x="5250179" y="1267967"/>
              <a:ext cx="1691639" cy="645160"/>
            </a:xfrm>
            <a:custGeom>
              <a:avLst/>
              <a:gdLst/>
              <a:ahLst/>
              <a:cxnLst/>
              <a:rect l="l" t="t" r="r" b="b"/>
              <a:pathLst>
                <a:path w="1691640" h="645160">
                  <a:moveTo>
                    <a:pt x="0" y="0"/>
                  </a:moveTo>
                  <a:lnTo>
                    <a:pt x="0" y="640080"/>
                  </a:lnTo>
                </a:path>
                <a:path w="1691640" h="645160">
                  <a:moveTo>
                    <a:pt x="1691640" y="0"/>
                  </a:moveTo>
                  <a:lnTo>
                    <a:pt x="1691640" y="640080"/>
                  </a:lnTo>
                </a:path>
                <a:path w="1691640" h="645160">
                  <a:moveTo>
                    <a:pt x="0" y="644652"/>
                  </a:moveTo>
                  <a:lnTo>
                    <a:pt x="1691640" y="644652"/>
                  </a:lnTo>
                </a:path>
              </a:pathLst>
            </a:custGeom>
            <a:ln w="6096">
              <a:solidFill>
                <a:srgbClr val="000000"/>
              </a:solidFill>
            </a:ln>
          </p:spPr>
          <p:txBody>
            <a:bodyPr wrap="square" lIns="0" tIns="0" rIns="0" bIns="0" rtlCol="0"/>
            <a:lstStyle/>
            <a:p>
              <a:endParaRPr/>
            </a:p>
          </p:txBody>
        </p:sp>
      </p:grpSp>
      <p:sp>
        <p:nvSpPr>
          <p:cNvPr id="9" name="object 9"/>
          <p:cNvSpPr txBox="1">
            <a:spLocks noGrp="1"/>
          </p:cNvSpPr>
          <p:nvPr>
            <p:ph type="title"/>
          </p:nvPr>
        </p:nvSpPr>
        <p:spPr>
          <a:xfrm>
            <a:off x="3636390" y="2442413"/>
            <a:ext cx="6864350" cy="2033270"/>
          </a:xfrm>
          <a:prstGeom prst="rect">
            <a:avLst/>
          </a:prstGeom>
        </p:spPr>
        <p:txBody>
          <a:bodyPr vert="horz" wrap="square" lIns="0" tIns="198755" rIns="0" bIns="0" rtlCol="0">
            <a:spAutoFit/>
          </a:bodyPr>
          <a:lstStyle/>
          <a:p>
            <a:pPr marL="12700" marR="5080" indent="368300">
              <a:lnSpc>
                <a:spcPts val="7170"/>
              </a:lnSpc>
              <a:spcBef>
                <a:spcPts val="1565"/>
              </a:spcBef>
            </a:pPr>
            <a:r>
              <a:rPr sz="7200" spc="-590" dirty="0"/>
              <a:t>6 </a:t>
            </a:r>
            <a:r>
              <a:rPr sz="7200" spc="-540" dirty="0"/>
              <a:t>BASIC </a:t>
            </a:r>
            <a:r>
              <a:rPr sz="7200" spc="-445" dirty="0"/>
              <a:t>EMAIL  </a:t>
            </a:r>
            <a:r>
              <a:rPr sz="7200" spc="-925" dirty="0"/>
              <a:t>ETIQUETTE</a:t>
            </a:r>
            <a:r>
              <a:rPr sz="7200" spc="-855" dirty="0"/>
              <a:t> </a:t>
            </a:r>
            <a:r>
              <a:rPr sz="7200" spc="-865" dirty="0"/>
              <a:t>RULES</a:t>
            </a:r>
            <a:endParaRPr sz="7200" dirty="0"/>
          </a:p>
        </p:txBody>
      </p:sp>
      <p:sp>
        <p:nvSpPr>
          <p:cNvPr id="10" name="object 10"/>
          <p:cNvSpPr/>
          <p:nvPr/>
        </p:nvSpPr>
        <p:spPr>
          <a:xfrm>
            <a:off x="1644395" y="2244851"/>
            <a:ext cx="1766316" cy="2286000"/>
          </a:xfrm>
          <a:prstGeom prst="rect">
            <a:avLst/>
          </a:prstGeom>
          <a:blipFill>
            <a:blip r:embed="rId5" cstate="print"/>
            <a:stretch>
              <a:fillRect/>
            </a:stretch>
          </a:blipFill>
        </p:spPr>
        <p:txBody>
          <a:bodyPr wrap="square" lIns="0" tIns="0" rIns="0" bIns="0" rtlCol="0"/>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6995" rIns="0" bIns="0" rtlCol="0">
            <a:spAutoFit/>
          </a:bodyPr>
          <a:lstStyle/>
          <a:p>
            <a:pPr marL="12700" marR="5080">
              <a:lnSpc>
                <a:spcPts val="4640"/>
              </a:lnSpc>
              <a:spcBef>
                <a:spcPts val="685"/>
              </a:spcBef>
            </a:pPr>
            <a:r>
              <a:rPr spc="-150" dirty="0"/>
              <a:t>Rule </a:t>
            </a:r>
            <a:r>
              <a:rPr spc="-515" dirty="0"/>
              <a:t>#1: </a:t>
            </a:r>
            <a:r>
              <a:rPr spc="-85" dirty="0"/>
              <a:t>Always </a:t>
            </a:r>
            <a:r>
              <a:rPr spc="20" dirty="0"/>
              <a:t>include </a:t>
            </a:r>
            <a:r>
              <a:rPr spc="350" dirty="0"/>
              <a:t>a </a:t>
            </a:r>
            <a:r>
              <a:rPr spc="-75" dirty="0"/>
              <a:t>subject  </a:t>
            </a:r>
            <a:r>
              <a:rPr spc="165" dirty="0"/>
              <a:t>and</a:t>
            </a:r>
            <a:r>
              <a:rPr spc="-320" dirty="0"/>
              <a:t> </a:t>
            </a:r>
            <a:r>
              <a:rPr spc="-155" dirty="0"/>
              <a:t>use</a:t>
            </a:r>
            <a:r>
              <a:rPr spc="-315" dirty="0"/>
              <a:t> </a:t>
            </a:r>
            <a:r>
              <a:rPr spc="-40" dirty="0"/>
              <a:t>the</a:t>
            </a:r>
            <a:r>
              <a:rPr spc="-300" dirty="0"/>
              <a:t> </a:t>
            </a:r>
            <a:r>
              <a:rPr spc="-45" dirty="0"/>
              <a:t>recipient’s</a:t>
            </a:r>
            <a:r>
              <a:rPr spc="-285" dirty="0"/>
              <a:t> </a:t>
            </a:r>
            <a:r>
              <a:rPr spc="80" dirty="0"/>
              <a:t>name</a:t>
            </a:r>
            <a:r>
              <a:rPr spc="-315" dirty="0"/>
              <a:t> </a:t>
            </a:r>
            <a:r>
              <a:rPr spc="-204" dirty="0"/>
              <a:t>in</a:t>
            </a:r>
            <a:r>
              <a:rPr spc="-330" dirty="0"/>
              <a:t> </a:t>
            </a:r>
            <a:r>
              <a:rPr spc="-40" dirty="0"/>
              <a:t>the  greeting</a:t>
            </a:r>
          </a:p>
        </p:txBody>
      </p:sp>
      <p:sp>
        <p:nvSpPr>
          <p:cNvPr id="3" name="object 3"/>
          <p:cNvSpPr txBox="1"/>
          <p:nvPr/>
        </p:nvSpPr>
        <p:spPr>
          <a:xfrm>
            <a:off x="1145539" y="2380931"/>
            <a:ext cx="9293860" cy="2585085"/>
          </a:xfrm>
          <a:prstGeom prst="rect">
            <a:avLst/>
          </a:prstGeom>
        </p:spPr>
        <p:txBody>
          <a:bodyPr vert="horz" wrap="square" lIns="0" tIns="67945" rIns="0" bIns="0" rtlCol="0">
            <a:spAutoFit/>
          </a:bodyPr>
          <a:lstStyle/>
          <a:p>
            <a:pPr marL="299085" indent="-287020">
              <a:lnSpc>
                <a:spcPct val="100000"/>
              </a:lnSpc>
              <a:spcBef>
                <a:spcPts val="535"/>
              </a:spcBef>
              <a:buFont typeface="Wingdings"/>
              <a:buChar char=""/>
              <a:tabLst>
                <a:tab pos="299720" algn="l"/>
              </a:tabLst>
            </a:pPr>
            <a:r>
              <a:rPr sz="2800" spc="-120" dirty="0">
                <a:latin typeface="Verdana"/>
                <a:cs typeface="Verdana"/>
              </a:rPr>
              <a:t>Why </a:t>
            </a:r>
            <a:r>
              <a:rPr sz="2800" spc="-290" dirty="0">
                <a:latin typeface="Verdana"/>
                <a:cs typeface="Verdana"/>
              </a:rPr>
              <a:t>is </a:t>
            </a:r>
            <a:r>
              <a:rPr sz="2800" spc="229" dirty="0">
                <a:latin typeface="Verdana"/>
                <a:cs typeface="Verdana"/>
              </a:rPr>
              <a:t>a </a:t>
            </a:r>
            <a:r>
              <a:rPr sz="2800" spc="-50" dirty="0">
                <a:solidFill>
                  <a:srgbClr val="FF0000"/>
                </a:solidFill>
                <a:latin typeface="Verdana"/>
                <a:cs typeface="Verdana"/>
              </a:rPr>
              <a:t>subject</a:t>
            </a:r>
            <a:r>
              <a:rPr sz="2800" spc="-615" dirty="0">
                <a:solidFill>
                  <a:srgbClr val="FF0000"/>
                </a:solidFill>
                <a:latin typeface="Verdana"/>
                <a:cs typeface="Verdana"/>
              </a:rPr>
              <a:t> </a:t>
            </a:r>
            <a:r>
              <a:rPr sz="2800" spc="-40" dirty="0">
                <a:latin typeface="Verdana"/>
                <a:cs typeface="Verdana"/>
              </a:rPr>
              <a:t>important?</a:t>
            </a:r>
            <a:endParaRPr sz="2800">
              <a:latin typeface="Verdana"/>
              <a:cs typeface="Verdana"/>
            </a:endParaRPr>
          </a:p>
          <a:p>
            <a:pPr marL="847725" lvl="1" indent="-287020">
              <a:lnSpc>
                <a:spcPct val="100000"/>
              </a:lnSpc>
              <a:spcBef>
                <a:spcPts val="500"/>
              </a:spcBef>
              <a:buFont typeface="Wingdings"/>
              <a:buChar char=""/>
              <a:tabLst>
                <a:tab pos="848360" algn="l"/>
              </a:tabLst>
            </a:pPr>
            <a:r>
              <a:rPr sz="3200" spc="-405" dirty="0">
                <a:latin typeface="Verdana"/>
                <a:cs typeface="Verdana"/>
              </a:rPr>
              <a:t>It </a:t>
            </a:r>
            <a:r>
              <a:rPr sz="3200" spc="-180" dirty="0">
                <a:latin typeface="Verdana"/>
                <a:cs typeface="Verdana"/>
              </a:rPr>
              <a:t>informs </a:t>
            </a:r>
            <a:r>
              <a:rPr sz="3200" spc="-20" dirty="0">
                <a:latin typeface="Verdana"/>
                <a:cs typeface="Verdana"/>
              </a:rPr>
              <a:t>recipient </a:t>
            </a:r>
            <a:r>
              <a:rPr sz="3200" spc="10" dirty="0">
                <a:latin typeface="Verdana"/>
                <a:cs typeface="Verdana"/>
              </a:rPr>
              <a:t>what </a:t>
            </a:r>
            <a:r>
              <a:rPr sz="3200" spc="-30" dirty="0">
                <a:latin typeface="Verdana"/>
                <a:cs typeface="Verdana"/>
              </a:rPr>
              <a:t>the </a:t>
            </a:r>
            <a:r>
              <a:rPr sz="3200" spc="-35" dirty="0">
                <a:latin typeface="Verdana"/>
                <a:cs typeface="Verdana"/>
              </a:rPr>
              <a:t>email</a:t>
            </a:r>
            <a:r>
              <a:rPr sz="3200" spc="-780" dirty="0">
                <a:latin typeface="Verdana"/>
                <a:cs typeface="Verdana"/>
              </a:rPr>
              <a:t> </a:t>
            </a:r>
            <a:r>
              <a:rPr sz="3200" spc="-335" dirty="0">
                <a:latin typeface="Verdana"/>
                <a:cs typeface="Verdana"/>
              </a:rPr>
              <a:t>is </a:t>
            </a:r>
            <a:r>
              <a:rPr sz="3200" spc="5" dirty="0">
                <a:latin typeface="Verdana"/>
                <a:cs typeface="Verdana"/>
              </a:rPr>
              <a:t>about.</a:t>
            </a:r>
            <a:endParaRPr sz="3200">
              <a:latin typeface="Verdana"/>
              <a:cs typeface="Verdana"/>
            </a:endParaRPr>
          </a:p>
          <a:p>
            <a:pPr marL="847725" marR="670560" lvl="1" indent="-287020">
              <a:lnSpc>
                <a:spcPct val="100000"/>
              </a:lnSpc>
              <a:spcBef>
                <a:spcPts val="495"/>
              </a:spcBef>
              <a:buFont typeface="Wingdings"/>
              <a:buChar char=""/>
              <a:tabLst>
                <a:tab pos="848360" algn="l"/>
              </a:tabLst>
            </a:pPr>
            <a:r>
              <a:rPr sz="3200" spc="95" dirty="0">
                <a:latin typeface="Verdana"/>
                <a:cs typeface="Verdana"/>
              </a:rPr>
              <a:t>Make</a:t>
            </a:r>
            <a:r>
              <a:rPr sz="3200" spc="-254" dirty="0">
                <a:latin typeface="Verdana"/>
                <a:cs typeface="Verdana"/>
              </a:rPr>
              <a:t> </a:t>
            </a:r>
            <a:r>
              <a:rPr sz="3200" spc="-210" dirty="0">
                <a:latin typeface="Verdana"/>
                <a:cs typeface="Verdana"/>
              </a:rPr>
              <a:t>it</a:t>
            </a:r>
            <a:r>
              <a:rPr sz="3200" spc="-250" dirty="0">
                <a:latin typeface="Verdana"/>
                <a:cs typeface="Verdana"/>
              </a:rPr>
              <a:t> </a:t>
            </a:r>
            <a:r>
              <a:rPr sz="3200" spc="-190" dirty="0">
                <a:latin typeface="Verdana"/>
                <a:cs typeface="Verdana"/>
              </a:rPr>
              <a:t>short</a:t>
            </a:r>
            <a:r>
              <a:rPr sz="3200" spc="-260" dirty="0">
                <a:latin typeface="Verdana"/>
                <a:cs typeface="Verdana"/>
              </a:rPr>
              <a:t> </a:t>
            </a:r>
            <a:r>
              <a:rPr sz="3200" spc="130" dirty="0">
                <a:latin typeface="Verdana"/>
                <a:cs typeface="Verdana"/>
              </a:rPr>
              <a:t>and</a:t>
            </a:r>
            <a:r>
              <a:rPr sz="3200" spc="-245" dirty="0">
                <a:latin typeface="Verdana"/>
                <a:cs typeface="Verdana"/>
              </a:rPr>
              <a:t> </a:t>
            </a:r>
            <a:r>
              <a:rPr sz="3200" spc="-20" dirty="0">
                <a:latin typeface="Verdana"/>
                <a:cs typeface="Verdana"/>
              </a:rPr>
              <a:t>to</a:t>
            </a:r>
            <a:r>
              <a:rPr sz="3200" spc="-240" dirty="0">
                <a:latin typeface="Verdana"/>
                <a:cs typeface="Verdana"/>
              </a:rPr>
              <a:t> </a:t>
            </a:r>
            <a:r>
              <a:rPr sz="3200" spc="-25" dirty="0">
                <a:latin typeface="Verdana"/>
                <a:cs typeface="Verdana"/>
              </a:rPr>
              <a:t>the</a:t>
            </a:r>
            <a:r>
              <a:rPr sz="3200" spc="-260" dirty="0">
                <a:latin typeface="Verdana"/>
                <a:cs typeface="Verdana"/>
              </a:rPr>
              <a:t> </a:t>
            </a:r>
            <a:r>
              <a:rPr sz="3200" spc="-75" dirty="0">
                <a:latin typeface="Verdana"/>
                <a:cs typeface="Verdana"/>
              </a:rPr>
              <a:t>point,</a:t>
            </a:r>
            <a:r>
              <a:rPr sz="3200" spc="-229" dirty="0">
                <a:latin typeface="Verdana"/>
                <a:cs typeface="Verdana"/>
              </a:rPr>
              <a:t> </a:t>
            </a:r>
            <a:r>
              <a:rPr sz="3200" spc="-240" dirty="0">
                <a:latin typeface="Verdana"/>
                <a:cs typeface="Verdana"/>
              </a:rPr>
              <a:t>i.e.:</a:t>
            </a:r>
            <a:r>
              <a:rPr sz="3200" spc="-270" dirty="0">
                <a:latin typeface="Verdana"/>
                <a:cs typeface="Verdana"/>
              </a:rPr>
              <a:t> </a:t>
            </a:r>
            <a:r>
              <a:rPr sz="3200" spc="55" dirty="0">
                <a:latin typeface="Verdana"/>
                <a:cs typeface="Verdana"/>
              </a:rPr>
              <a:t>“</a:t>
            </a:r>
            <a:r>
              <a:rPr sz="3200" spc="55" dirty="0">
                <a:solidFill>
                  <a:srgbClr val="00AF50"/>
                </a:solidFill>
                <a:latin typeface="Verdana"/>
                <a:cs typeface="Verdana"/>
              </a:rPr>
              <a:t>Fee  </a:t>
            </a:r>
            <a:r>
              <a:rPr sz="3200" spc="-75" dirty="0">
                <a:solidFill>
                  <a:srgbClr val="00AF50"/>
                </a:solidFill>
                <a:latin typeface="Verdana"/>
                <a:cs typeface="Verdana"/>
              </a:rPr>
              <a:t>Waiver </a:t>
            </a:r>
            <a:r>
              <a:rPr sz="3200" spc="-35" dirty="0">
                <a:solidFill>
                  <a:srgbClr val="00AF50"/>
                </a:solidFill>
                <a:latin typeface="Verdana"/>
                <a:cs typeface="Verdana"/>
              </a:rPr>
              <a:t>Question</a:t>
            </a:r>
            <a:r>
              <a:rPr sz="3200" spc="-35" dirty="0">
                <a:latin typeface="Verdana"/>
                <a:cs typeface="Verdana"/>
              </a:rPr>
              <a:t>” </a:t>
            </a:r>
            <a:r>
              <a:rPr sz="3200" spc="-125" dirty="0">
                <a:latin typeface="Verdana"/>
                <a:cs typeface="Verdana"/>
              </a:rPr>
              <a:t>or</a:t>
            </a:r>
            <a:r>
              <a:rPr sz="3200" spc="-645" dirty="0">
                <a:latin typeface="Verdana"/>
                <a:cs typeface="Verdana"/>
              </a:rPr>
              <a:t> </a:t>
            </a:r>
            <a:r>
              <a:rPr sz="3200" spc="-85" dirty="0">
                <a:latin typeface="Verdana"/>
                <a:cs typeface="Verdana"/>
              </a:rPr>
              <a:t>“</a:t>
            </a:r>
            <a:r>
              <a:rPr sz="3200" spc="-85" dirty="0">
                <a:solidFill>
                  <a:srgbClr val="00AF50"/>
                </a:solidFill>
                <a:latin typeface="Verdana"/>
                <a:cs typeface="Verdana"/>
              </a:rPr>
              <a:t>Admission</a:t>
            </a:r>
            <a:endParaRPr sz="3200">
              <a:latin typeface="Verdana"/>
              <a:cs typeface="Verdana"/>
            </a:endParaRPr>
          </a:p>
          <a:p>
            <a:pPr marL="847725">
              <a:lnSpc>
                <a:spcPct val="100000"/>
              </a:lnSpc>
            </a:pPr>
            <a:r>
              <a:rPr sz="3200" spc="-80" dirty="0">
                <a:solidFill>
                  <a:srgbClr val="00AF50"/>
                </a:solidFill>
                <a:latin typeface="Verdana"/>
                <a:cs typeface="Verdana"/>
              </a:rPr>
              <a:t>Requirements”</a:t>
            </a:r>
            <a:endParaRPr sz="3200">
              <a:latin typeface="Verdana"/>
              <a:cs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539" y="945006"/>
            <a:ext cx="9773285" cy="680720"/>
          </a:xfrm>
          <a:prstGeom prst="rect">
            <a:avLst/>
          </a:prstGeom>
        </p:spPr>
        <p:txBody>
          <a:bodyPr vert="horz" wrap="square" lIns="0" tIns="12065" rIns="0" bIns="0" rtlCol="0">
            <a:spAutoFit/>
          </a:bodyPr>
          <a:lstStyle/>
          <a:p>
            <a:pPr marL="12700">
              <a:lnSpc>
                <a:spcPct val="100000"/>
              </a:lnSpc>
              <a:spcBef>
                <a:spcPts val="95"/>
              </a:spcBef>
            </a:pPr>
            <a:r>
              <a:rPr spc="-150" dirty="0"/>
              <a:t>Rule </a:t>
            </a:r>
            <a:r>
              <a:rPr spc="-515" dirty="0"/>
              <a:t>#2: </a:t>
            </a:r>
            <a:r>
              <a:rPr spc="40" dirty="0"/>
              <a:t>Do </a:t>
            </a:r>
            <a:r>
              <a:rPr spc="-50" dirty="0"/>
              <a:t>not</a:t>
            </a:r>
            <a:r>
              <a:rPr spc="-1040" dirty="0"/>
              <a:t> </a:t>
            </a:r>
            <a:r>
              <a:rPr spc="-170" dirty="0"/>
              <a:t>write </a:t>
            </a:r>
            <a:r>
              <a:rPr spc="-210" dirty="0"/>
              <a:t>in </a:t>
            </a:r>
            <a:r>
              <a:rPr spc="-195" dirty="0"/>
              <a:t>ALL </a:t>
            </a:r>
            <a:r>
              <a:rPr spc="-245" dirty="0"/>
              <a:t>CAPITALS</a:t>
            </a:r>
          </a:p>
        </p:txBody>
      </p:sp>
      <p:sp>
        <p:nvSpPr>
          <p:cNvPr id="3" name="object 3"/>
          <p:cNvSpPr txBox="1">
            <a:spLocks noGrp="1"/>
          </p:cNvSpPr>
          <p:nvPr>
            <p:ph type="body" idx="1"/>
          </p:nvPr>
        </p:nvSpPr>
        <p:spPr>
          <a:prstGeom prst="rect">
            <a:avLst/>
          </a:prstGeom>
        </p:spPr>
        <p:txBody>
          <a:bodyPr vert="horz" wrap="square" lIns="0" tIns="13335" rIns="0" bIns="0" rtlCol="0">
            <a:spAutoFit/>
          </a:bodyPr>
          <a:lstStyle/>
          <a:p>
            <a:pPr marL="12700" marR="5080">
              <a:lnSpc>
                <a:spcPct val="100000"/>
              </a:lnSpc>
              <a:spcBef>
                <a:spcPts val="105"/>
              </a:spcBef>
            </a:pPr>
            <a:r>
              <a:rPr spc="-280" dirty="0"/>
              <a:t>WRITING </a:t>
            </a:r>
            <a:r>
              <a:rPr spc="-330" dirty="0"/>
              <a:t>IN </a:t>
            </a:r>
            <a:r>
              <a:rPr spc="-140" dirty="0"/>
              <a:t>ALL </a:t>
            </a:r>
            <a:r>
              <a:rPr spc="-180" dirty="0"/>
              <a:t>CAPITALS </a:t>
            </a:r>
            <a:r>
              <a:rPr spc="175" dirty="0"/>
              <a:t>CAN </a:t>
            </a:r>
            <a:r>
              <a:rPr spc="45" dirty="0"/>
              <a:t>CONVEY</a:t>
            </a:r>
            <a:r>
              <a:rPr spc="-685" dirty="0"/>
              <a:t> </a:t>
            </a:r>
            <a:r>
              <a:rPr spc="-310" dirty="0"/>
              <a:t>THAT </a:t>
            </a:r>
            <a:r>
              <a:rPr spc="-20" dirty="0"/>
              <a:t>YOU  </a:t>
            </a:r>
            <a:r>
              <a:rPr spc="-135" dirty="0"/>
              <a:t>ARE </a:t>
            </a:r>
            <a:r>
              <a:rPr spc="-220" dirty="0">
                <a:solidFill>
                  <a:srgbClr val="FF0000"/>
                </a:solidFill>
              </a:rPr>
              <a:t>SHOUTING </a:t>
            </a:r>
            <a:r>
              <a:rPr spc="-325" dirty="0"/>
              <a:t>IN </a:t>
            </a:r>
            <a:r>
              <a:rPr spc="-85" dirty="0"/>
              <a:t>YOUR </a:t>
            </a:r>
            <a:r>
              <a:rPr spc="-175" dirty="0"/>
              <a:t>MESSAGE, </a:t>
            </a:r>
            <a:r>
              <a:rPr spc="25" dirty="0"/>
              <a:t>AND </a:t>
            </a:r>
            <a:r>
              <a:rPr dirty="0"/>
              <a:t>NOBODY  </a:t>
            </a:r>
            <a:r>
              <a:rPr spc="-430" dirty="0"/>
              <a:t>LIKES </a:t>
            </a:r>
            <a:r>
              <a:rPr spc="-170" dirty="0"/>
              <a:t>TO </a:t>
            </a:r>
            <a:r>
              <a:rPr spc="-335" dirty="0"/>
              <a:t>BE </a:t>
            </a:r>
            <a:r>
              <a:rPr spc="-235" dirty="0">
                <a:solidFill>
                  <a:srgbClr val="FF0000"/>
                </a:solidFill>
              </a:rPr>
              <a:t>YELLED </a:t>
            </a:r>
            <a:r>
              <a:rPr spc="-235" dirty="0"/>
              <a:t>AT. </a:t>
            </a:r>
            <a:r>
              <a:rPr spc="-160" dirty="0"/>
              <a:t>CONSIDER </a:t>
            </a:r>
            <a:r>
              <a:rPr spc="-235" dirty="0"/>
              <a:t>OTHER </a:t>
            </a:r>
            <a:r>
              <a:rPr spc="-145" dirty="0"/>
              <a:t>WAYS </a:t>
            </a:r>
            <a:r>
              <a:rPr spc="-175" dirty="0"/>
              <a:t>TO  </a:t>
            </a:r>
            <a:r>
              <a:rPr spc="-204" dirty="0"/>
              <a:t>GET </a:t>
            </a:r>
            <a:r>
              <a:rPr spc="-85" dirty="0"/>
              <a:t>YOUR </a:t>
            </a:r>
            <a:r>
              <a:rPr spc="-150" dirty="0"/>
              <a:t>MESSAGE </a:t>
            </a:r>
            <a:r>
              <a:rPr spc="-110" dirty="0"/>
              <a:t>ACROSS </a:t>
            </a:r>
            <a:r>
              <a:rPr spc="-310" dirty="0"/>
              <a:t>WHILE </a:t>
            </a:r>
            <a:r>
              <a:rPr spc="-5" dirty="0"/>
              <a:t>CONVEYING  </a:t>
            </a:r>
            <a:r>
              <a:rPr spc="-615" dirty="0"/>
              <a:t>ITS </a:t>
            </a:r>
            <a:r>
              <a:rPr spc="-100" dirty="0"/>
              <a:t>IMPORTANCE. </a:t>
            </a:r>
            <a:r>
              <a:rPr spc="-235" dirty="0">
                <a:solidFill>
                  <a:srgbClr val="FF0000"/>
                </a:solidFill>
              </a:rPr>
              <a:t>USING </a:t>
            </a:r>
            <a:r>
              <a:rPr spc="-140" dirty="0">
                <a:solidFill>
                  <a:srgbClr val="FF0000"/>
                </a:solidFill>
              </a:rPr>
              <a:t>ALL </a:t>
            </a:r>
            <a:r>
              <a:rPr spc="-180" dirty="0">
                <a:solidFill>
                  <a:srgbClr val="FF0000"/>
                </a:solidFill>
              </a:rPr>
              <a:t>CAPITALS </a:t>
            </a:r>
            <a:r>
              <a:rPr spc="175" dirty="0">
                <a:solidFill>
                  <a:srgbClr val="FF0000"/>
                </a:solidFill>
              </a:rPr>
              <a:t>CAN </a:t>
            </a:r>
            <a:r>
              <a:rPr spc="-335" dirty="0">
                <a:solidFill>
                  <a:srgbClr val="FF0000"/>
                </a:solidFill>
              </a:rPr>
              <a:t>BE  </a:t>
            </a:r>
            <a:r>
              <a:rPr dirty="0">
                <a:solidFill>
                  <a:srgbClr val="FF0000"/>
                </a:solidFill>
              </a:rPr>
              <a:t>ANNOYING </a:t>
            </a:r>
            <a:r>
              <a:rPr spc="25" dirty="0">
                <a:solidFill>
                  <a:srgbClr val="FF0000"/>
                </a:solidFill>
              </a:rPr>
              <a:t>AND </a:t>
            </a:r>
            <a:r>
              <a:rPr spc="-215" dirty="0">
                <a:solidFill>
                  <a:srgbClr val="FF0000"/>
                </a:solidFill>
              </a:rPr>
              <a:t>TRIGGER </a:t>
            </a:r>
            <a:r>
              <a:rPr spc="75" dirty="0">
                <a:solidFill>
                  <a:srgbClr val="FF0000"/>
                </a:solidFill>
              </a:rPr>
              <a:t>AN </a:t>
            </a:r>
            <a:r>
              <a:rPr spc="-235" dirty="0">
                <a:solidFill>
                  <a:srgbClr val="FF0000"/>
                </a:solidFill>
              </a:rPr>
              <a:t>UNINTENDED  </a:t>
            </a:r>
            <a:r>
              <a:rPr spc="-240" dirty="0">
                <a:solidFill>
                  <a:srgbClr val="FF0000"/>
                </a:solidFill>
              </a:rPr>
              <a:t>RESPONSE</a:t>
            </a:r>
            <a:r>
              <a:rPr spc="-240"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539" y="900176"/>
            <a:ext cx="5604510" cy="756920"/>
          </a:xfrm>
          <a:prstGeom prst="rect">
            <a:avLst/>
          </a:prstGeom>
        </p:spPr>
        <p:txBody>
          <a:bodyPr vert="horz" wrap="square" lIns="0" tIns="12700" rIns="0" bIns="0" rtlCol="0">
            <a:spAutoFit/>
          </a:bodyPr>
          <a:lstStyle/>
          <a:p>
            <a:pPr marL="12700">
              <a:lnSpc>
                <a:spcPct val="100000"/>
              </a:lnSpc>
              <a:spcBef>
                <a:spcPts val="100"/>
              </a:spcBef>
            </a:pPr>
            <a:r>
              <a:rPr sz="4800" spc="-160" dirty="0"/>
              <a:t>Rule </a:t>
            </a:r>
            <a:r>
              <a:rPr sz="4800" spc="-575" dirty="0"/>
              <a:t>#3:</a:t>
            </a:r>
            <a:r>
              <a:rPr sz="4800" spc="-605" dirty="0"/>
              <a:t> </a:t>
            </a:r>
            <a:r>
              <a:rPr sz="4800" spc="-130" dirty="0"/>
              <a:t>Greetings!</a:t>
            </a:r>
            <a:endParaRPr sz="4800"/>
          </a:p>
        </p:txBody>
      </p:sp>
      <p:sp>
        <p:nvSpPr>
          <p:cNvPr id="3" name="object 3"/>
          <p:cNvSpPr txBox="1"/>
          <p:nvPr/>
        </p:nvSpPr>
        <p:spPr>
          <a:xfrm>
            <a:off x="1145539" y="1883247"/>
            <a:ext cx="9416415" cy="3752215"/>
          </a:xfrm>
          <a:prstGeom prst="rect">
            <a:avLst/>
          </a:prstGeom>
        </p:spPr>
        <p:txBody>
          <a:bodyPr vert="horz" wrap="square" lIns="0" tIns="12065" rIns="0" bIns="0" rtlCol="0">
            <a:spAutoFit/>
          </a:bodyPr>
          <a:lstStyle/>
          <a:p>
            <a:pPr marL="12700" marR="2134870">
              <a:lnSpc>
                <a:spcPct val="111300"/>
              </a:lnSpc>
              <a:spcBef>
                <a:spcPts val="95"/>
              </a:spcBef>
              <a:buClr>
                <a:srgbClr val="252525"/>
              </a:buClr>
              <a:buFont typeface="Arial"/>
              <a:buChar char="◦"/>
              <a:tabLst>
                <a:tab pos="196215" algn="l"/>
              </a:tabLst>
            </a:pPr>
            <a:r>
              <a:rPr sz="2400" spc="-45" dirty="0">
                <a:latin typeface="Verdana"/>
                <a:cs typeface="Verdana"/>
              </a:rPr>
              <a:t>Always</a:t>
            </a:r>
            <a:r>
              <a:rPr sz="2400" spc="-185" dirty="0">
                <a:latin typeface="Verdana"/>
                <a:cs typeface="Verdana"/>
              </a:rPr>
              <a:t> </a:t>
            </a:r>
            <a:r>
              <a:rPr sz="2400" spc="30" dirty="0">
                <a:latin typeface="Verdana"/>
                <a:cs typeface="Verdana"/>
              </a:rPr>
              <a:t>begin</a:t>
            </a:r>
            <a:r>
              <a:rPr sz="2400" spc="-215" dirty="0">
                <a:latin typeface="Verdana"/>
                <a:cs typeface="Verdana"/>
              </a:rPr>
              <a:t> </a:t>
            </a:r>
            <a:r>
              <a:rPr sz="2400" spc="-100" dirty="0">
                <a:latin typeface="Verdana"/>
                <a:cs typeface="Verdana"/>
              </a:rPr>
              <a:t>your</a:t>
            </a:r>
            <a:r>
              <a:rPr sz="2400" spc="-175" dirty="0">
                <a:latin typeface="Verdana"/>
                <a:cs typeface="Verdana"/>
              </a:rPr>
              <a:t> </a:t>
            </a:r>
            <a:r>
              <a:rPr sz="2400" spc="-20" dirty="0">
                <a:latin typeface="Verdana"/>
                <a:cs typeface="Verdana"/>
              </a:rPr>
              <a:t>email</a:t>
            </a:r>
            <a:r>
              <a:rPr sz="2400" spc="-200" dirty="0">
                <a:latin typeface="Verdana"/>
                <a:cs typeface="Verdana"/>
              </a:rPr>
              <a:t> </a:t>
            </a:r>
            <a:r>
              <a:rPr sz="2400" spc="-85" dirty="0">
                <a:latin typeface="Verdana"/>
                <a:cs typeface="Verdana"/>
              </a:rPr>
              <a:t>with</a:t>
            </a:r>
            <a:r>
              <a:rPr sz="2400" spc="-195" dirty="0">
                <a:latin typeface="Verdana"/>
                <a:cs typeface="Verdana"/>
              </a:rPr>
              <a:t> </a:t>
            </a:r>
            <a:r>
              <a:rPr sz="2400" spc="195" dirty="0">
                <a:latin typeface="Verdana"/>
                <a:cs typeface="Verdana"/>
              </a:rPr>
              <a:t>a</a:t>
            </a:r>
            <a:r>
              <a:rPr sz="2400" spc="-225" dirty="0">
                <a:latin typeface="Verdana"/>
                <a:cs typeface="Verdana"/>
              </a:rPr>
              <a:t> </a:t>
            </a:r>
            <a:r>
              <a:rPr sz="2400" spc="-20" dirty="0">
                <a:latin typeface="Verdana"/>
                <a:cs typeface="Verdana"/>
              </a:rPr>
              <a:t>proper</a:t>
            </a:r>
            <a:r>
              <a:rPr sz="2400" spc="-165" dirty="0">
                <a:latin typeface="Verdana"/>
                <a:cs typeface="Verdana"/>
              </a:rPr>
              <a:t> </a:t>
            </a:r>
            <a:r>
              <a:rPr sz="2400" spc="-65" dirty="0">
                <a:latin typeface="Verdana"/>
                <a:cs typeface="Verdana"/>
              </a:rPr>
              <a:t>greeting: </a:t>
            </a:r>
            <a:r>
              <a:rPr sz="2400" spc="-65" dirty="0">
                <a:solidFill>
                  <a:srgbClr val="00AF50"/>
                </a:solidFill>
                <a:latin typeface="Verdana"/>
                <a:cs typeface="Verdana"/>
              </a:rPr>
              <a:t> </a:t>
            </a:r>
            <a:r>
              <a:rPr sz="2400" spc="-10" dirty="0">
                <a:solidFill>
                  <a:srgbClr val="00AF50"/>
                </a:solidFill>
                <a:latin typeface="Verdana"/>
                <a:cs typeface="Verdana"/>
              </a:rPr>
              <a:t>Dear </a:t>
            </a:r>
            <a:r>
              <a:rPr sz="2400" spc="-130" dirty="0">
                <a:solidFill>
                  <a:srgbClr val="00AF50"/>
                </a:solidFill>
                <a:latin typeface="Verdana"/>
                <a:cs typeface="Verdana"/>
              </a:rPr>
              <a:t>Eliza</a:t>
            </a:r>
            <a:r>
              <a:rPr sz="2400" spc="-375" dirty="0">
                <a:solidFill>
                  <a:srgbClr val="00AF50"/>
                </a:solidFill>
                <a:latin typeface="Verdana"/>
                <a:cs typeface="Verdana"/>
              </a:rPr>
              <a:t> </a:t>
            </a:r>
            <a:r>
              <a:rPr sz="2400" spc="-50" dirty="0">
                <a:solidFill>
                  <a:srgbClr val="00AF50"/>
                </a:solidFill>
                <a:latin typeface="Verdana"/>
                <a:cs typeface="Verdana"/>
              </a:rPr>
              <a:t>Jones</a:t>
            </a:r>
            <a:r>
              <a:rPr sz="2400" spc="-50" dirty="0">
                <a:latin typeface="Verdana"/>
                <a:cs typeface="Verdana"/>
              </a:rPr>
              <a:t>,</a:t>
            </a:r>
            <a:endParaRPr sz="2400">
              <a:latin typeface="Verdana"/>
              <a:cs typeface="Verdana"/>
            </a:endParaRPr>
          </a:p>
          <a:p>
            <a:pPr marL="12700" marR="6988175">
              <a:lnSpc>
                <a:spcPct val="111300"/>
              </a:lnSpc>
            </a:pPr>
            <a:r>
              <a:rPr sz="2400" spc="-114" dirty="0">
                <a:solidFill>
                  <a:srgbClr val="1D6194"/>
                </a:solidFill>
                <a:latin typeface="Verdana"/>
                <a:cs typeface="Verdana"/>
              </a:rPr>
              <a:t>Ms. </a:t>
            </a:r>
            <a:r>
              <a:rPr sz="2400" spc="-45" dirty="0">
                <a:solidFill>
                  <a:srgbClr val="1D6194"/>
                </a:solidFill>
                <a:latin typeface="Verdana"/>
                <a:cs typeface="Verdana"/>
              </a:rPr>
              <a:t>Jennifer  </a:t>
            </a:r>
            <a:r>
              <a:rPr sz="2400" spc="-110" dirty="0">
                <a:solidFill>
                  <a:srgbClr val="006FC0"/>
                </a:solidFill>
                <a:latin typeface="Verdana"/>
                <a:cs typeface="Verdana"/>
              </a:rPr>
              <a:t>Professor</a:t>
            </a:r>
            <a:r>
              <a:rPr sz="2400" spc="-235" dirty="0">
                <a:solidFill>
                  <a:srgbClr val="006FC0"/>
                </a:solidFill>
                <a:latin typeface="Verdana"/>
                <a:cs typeface="Verdana"/>
              </a:rPr>
              <a:t> </a:t>
            </a:r>
            <a:r>
              <a:rPr sz="2400" spc="-55" dirty="0">
                <a:solidFill>
                  <a:srgbClr val="006FC0"/>
                </a:solidFill>
                <a:latin typeface="Verdana"/>
                <a:cs typeface="Verdana"/>
              </a:rPr>
              <a:t>Carter</a:t>
            </a:r>
            <a:r>
              <a:rPr sz="2400" spc="-55" dirty="0">
                <a:latin typeface="Verdana"/>
                <a:cs typeface="Verdana"/>
              </a:rPr>
              <a:t>.</a:t>
            </a:r>
            <a:endParaRPr sz="2400">
              <a:latin typeface="Verdana"/>
              <a:cs typeface="Verdana"/>
            </a:endParaRPr>
          </a:p>
          <a:p>
            <a:pPr>
              <a:lnSpc>
                <a:spcPct val="100000"/>
              </a:lnSpc>
              <a:spcBef>
                <a:spcPts val="35"/>
              </a:spcBef>
            </a:pPr>
            <a:endParaRPr sz="3350">
              <a:latin typeface="Verdana"/>
              <a:cs typeface="Verdana"/>
            </a:endParaRPr>
          </a:p>
          <a:p>
            <a:pPr marL="299085" marR="307975" indent="-287020">
              <a:lnSpc>
                <a:spcPct val="80000"/>
              </a:lnSpc>
              <a:buClr>
                <a:srgbClr val="252525"/>
              </a:buClr>
              <a:buFont typeface="Arial"/>
              <a:buChar char="•"/>
              <a:tabLst>
                <a:tab pos="299085" algn="l"/>
                <a:tab pos="299720" algn="l"/>
              </a:tabLst>
            </a:pPr>
            <a:r>
              <a:rPr sz="2400" spc="-254" dirty="0">
                <a:latin typeface="Verdana"/>
                <a:cs typeface="Verdana"/>
              </a:rPr>
              <a:t>This</a:t>
            </a:r>
            <a:r>
              <a:rPr sz="2400" spc="-195" dirty="0">
                <a:latin typeface="Verdana"/>
                <a:cs typeface="Verdana"/>
              </a:rPr>
              <a:t> </a:t>
            </a:r>
            <a:r>
              <a:rPr sz="2400" spc="-85" dirty="0">
                <a:latin typeface="Verdana"/>
                <a:cs typeface="Verdana"/>
              </a:rPr>
              <a:t>establishes</a:t>
            </a:r>
            <a:r>
              <a:rPr sz="2400" spc="-204" dirty="0">
                <a:latin typeface="Verdana"/>
                <a:cs typeface="Verdana"/>
              </a:rPr>
              <a:t> </a:t>
            </a:r>
            <a:r>
              <a:rPr sz="2400" spc="-20" dirty="0">
                <a:latin typeface="Verdana"/>
                <a:cs typeface="Verdana"/>
              </a:rPr>
              <a:t>the</a:t>
            </a:r>
            <a:r>
              <a:rPr sz="2400" spc="-175" dirty="0">
                <a:latin typeface="Verdana"/>
                <a:cs typeface="Verdana"/>
              </a:rPr>
              <a:t> </a:t>
            </a:r>
            <a:r>
              <a:rPr sz="2400" spc="10" dirty="0">
                <a:latin typeface="Verdana"/>
                <a:cs typeface="Verdana"/>
              </a:rPr>
              <a:t>tone</a:t>
            </a:r>
            <a:r>
              <a:rPr sz="2400" spc="-180" dirty="0">
                <a:latin typeface="Verdana"/>
                <a:cs typeface="Verdana"/>
              </a:rPr>
              <a:t> </a:t>
            </a:r>
            <a:r>
              <a:rPr sz="2400" spc="10" dirty="0">
                <a:latin typeface="Verdana"/>
                <a:cs typeface="Verdana"/>
              </a:rPr>
              <a:t>of</a:t>
            </a:r>
            <a:r>
              <a:rPr sz="2400" spc="-180" dirty="0">
                <a:latin typeface="Verdana"/>
                <a:cs typeface="Verdana"/>
              </a:rPr>
              <a:t> </a:t>
            </a:r>
            <a:r>
              <a:rPr sz="2400" spc="-20" dirty="0">
                <a:latin typeface="Verdana"/>
                <a:cs typeface="Verdana"/>
              </a:rPr>
              <a:t>the</a:t>
            </a:r>
            <a:r>
              <a:rPr sz="2400" spc="-185" dirty="0">
                <a:latin typeface="Verdana"/>
                <a:cs typeface="Verdana"/>
              </a:rPr>
              <a:t> </a:t>
            </a:r>
            <a:r>
              <a:rPr sz="2400" spc="-20" dirty="0">
                <a:latin typeface="Verdana"/>
                <a:cs typeface="Verdana"/>
              </a:rPr>
              <a:t>message</a:t>
            </a:r>
            <a:r>
              <a:rPr sz="2400" spc="-195" dirty="0">
                <a:latin typeface="Verdana"/>
                <a:cs typeface="Verdana"/>
              </a:rPr>
              <a:t> </a:t>
            </a:r>
            <a:r>
              <a:rPr sz="2400" spc="90" dirty="0">
                <a:latin typeface="Verdana"/>
                <a:cs typeface="Verdana"/>
              </a:rPr>
              <a:t>and</a:t>
            </a:r>
            <a:r>
              <a:rPr sz="2400" spc="-180" dirty="0">
                <a:latin typeface="Verdana"/>
                <a:cs typeface="Verdana"/>
              </a:rPr>
              <a:t> </a:t>
            </a:r>
            <a:r>
              <a:rPr sz="2400" spc="-10" dirty="0">
                <a:latin typeface="Verdana"/>
                <a:cs typeface="Verdana"/>
              </a:rPr>
              <a:t>respect</a:t>
            </a:r>
            <a:r>
              <a:rPr sz="2400" spc="-165" dirty="0">
                <a:latin typeface="Verdana"/>
                <a:cs typeface="Verdana"/>
              </a:rPr>
              <a:t> </a:t>
            </a:r>
            <a:r>
              <a:rPr sz="2400" spc="-95" dirty="0">
                <a:latin typeface="Verdana"/>
                <a:cs typeface="Verdana"/>
              </a:rPr>
              <a:t>for</a:t>
            </a:r>
            <a:r>
              <a:rPr sz="2400" spc="-180" dirty="0">
                <a:latin typeface="Verdana"/>
                <a:cs typeface="Verdana"/>
              </a:rPr>
              <a:t> </a:t>
            </a:r>
            <a:r>
              <a:rPr sz="2400" spc="-20" dirty="0">
                <a:latin typeface="Verdana"/>
                <a:cs typeface="Verdana"/>
              </a:rPr>
              <a:t>the  recipient</a:t>
            </a:r>
            <a:endParaRPr sz="2400">
              <a:latin typeface="Verdana"/>
              <a:cs typeface="Verdana"/>
            </a:endParaRPr>
          </a:p>
          <a:p>
            <a:pPr marL="299085" indent="-287020">
              <a:lnSpc>
                <a:spcPts val="2595"/>
              </a:lnSpc>
              <a:spcBef>
                <a:spcPts val="325"/>
              </a:spcBef>
              <a:buClr>
                <a:srgbClr val="252525"/>
              </a:buClr>
              <a:buFont typeface="Arial"/>
              <a:buChar char="•"/>
              <a:tabLst>
                <a:tab pos="299085" algn="l"/>
                <a:tab pos="299720" algn="l"/>
              </a:tabLst>
            </a:pPr>
            <a:r>
              <a:rPr sz="2400" spc="-290" dirty="0">
                <a:latin typeface="Verdana"/>
                <a:cs typeface="Verdana"/>
              </a:rPr>
              <a:t>If</a:t>
            </a:r>
            <a:r>
              <a:rPr sz="2400" spc="-185" dirty="0">
                <a:latin typeface="Verdana"/>
                <a:cs typeface="Verdana"/>
              </a:rPr>
              <a:t> </a:t>
            </a:r>
            <a:r>
              <a:rPr sz="2400" spc="-30" dirty="0">
                <a:latin typeface="Verdana"/>
                <a:cs typeface="Verdana"/>
              </a:rPr>
              <a:t>emailing</a:t>
            </a:r>
            <a:r>
              <a:rPr sz="2400" spc="-225" dirty="0">
                <a:latin typeface="Verdana"/>
                <a:cs typeface="Verdana"/>
              </a:rPr>
              <a:t> </a:t>
            </a:r>
            <a:r>
              <a:rPr sz="2400" spc="195" dirty="0">
                <a:latin typeface="Verdana"/>
                <a:cs typeface="Verdana"/>
              </a:rPr>
              <a:t>a</a:t>
            </a:r>
            <a:r>
              <a:rPr sz="2400" spc="-180" dirty="0">
                <a:latin typeface="Verdana"/>
                <a:cs typeface="Verdana"/>
              </a:rPr>
              <a:t> </a:t>
            </a:r>
            <a:r>
              <a:rPr sz="2400" dirty="0">
                <a:latin typeface="Verdana"/>
                <a:cs typeface="Verdana"/>
              </a:rPr>
              <a:t>department</a:t>
            </a:r>
            <a:r>
              <a:rPr sz="2400" spc="-180" dirty="0">
                <a:latin typeface="Verdana"/>
                <a:cs typeface="Verdana"/>
              </a:rPr>
              <a:t> </a:t>
            </a:r>
            <a:r>
              <a:rPr sz="2400" spc="-95" dirty="0">
                <a:latin typeface="Verdana"/>
                <a:cs typeface="Verdana"/>
              </a:rPr>
              <a:t>or</a:t>
            </a:r>
            <a:r>
              <a:rPr sz="2400" spc="-185" dirty="0">
                <a:latin typeface="Verdana"/>
                <a:cs typeface="Verdana"/>
              </a:rPr>
              <a:t> </a:t>
            </a:r>
            <a:r>
              <a:rPr sz="2400" dirty="0">
                <a:latin typeface="Verdana"/>
                <a:cs typeface="Verdana"/>
              </a:rPr>
              <a:t>office,</a:t>
            </a:r>
            <a:r>
              <a:rPr sz="2400" spc="-229" dirty="0">
                <a:latin typeface="Verdana"/>
                <a:cs typeface="Verdana"/>
              </a:rPr>
              <a:t> </a:t>
            </a:r>
            <a:r>
              <a:rPr sz="2400" spc="-80" dirty="0">
                <a:latin typeface="Verdana"/>
                <a:cs typeface="Verdana"/>
              </a:rPr>
              <a:t>use</a:t>
            </a:r>
            <a:r>
              <a:rPr sz="2400" spc="-155" dirty="0">
                <a:latin typeface="Verdana"/>
                <a:cs typeface="Verdana"/>
              </a:rPr>
              <a:t> </a:t>
            </a:r>
            <a:r>
              <a:rPr sz="2400" spc="25" dirty="0">
                <a:solidFill>
                  <a:srgbClr val="1382AC"/>
                </a:solidFill>
                <a:latin typeface="Verdana"/>
                <a:cs typeface="Verdana"/>
              </a:rPr>
              <a:t>“to</a:t>
            </a:r>
            <a:r>
              <a:rPr sz="2400" spc="-195" dirty="0">
                <a:solidFill>
                  <a:srgbClr val="1382AC"/>
                </a:solidFill>
                <a:latin typeface="Verdana"/>
                <a:cs typeface="Verdana"/>
              </a:rPr>
              <a:t> </a:t>
            </a:r>
            <a:r>
              <a:rPr sz="2400" spc="-5" dirty="0">
                <a:solidFill>
                  <a:srgbClr val="1382AC"/>
                </a:solidFill>
                <a:latin typeface="Verdana"/>
                <a:cs typeface="Verdana"/>
              </a:rPr>
              <a:t>whom</a:t>
            </a:r>
            <a:r>
              <a:rPr sz="2400" spc="-180" dirty="0">
                <a:solidFill>
                  <a:srgbClr val="1382AC"/>
                </a:solidFill>
                <a:latin typeface="Verdana"/>
                <a:cs typeface="Verdana"/>
              </a:rPr>
              <a:t> </a:t>
            </a:r>
            <a:r>
              <a:rPr sz="2400" spc="-150" dirty="0">
                <a:solidFill>
                  <a:srgbClr val="1382AC"/>
                </a:solidFill>
                <a:latin typeface="Verdana"/>
                <a:cs typeface="Verdana"/>
              </a:rPr>
              <a:t>it</a:t>
            </a:r>
            <a:r>
              <a:rPr sz="2400" spc="-210" dirty="0">
                <a:solidFill>
                  <a:srgbClr val="1382AC"/>
                </a:solidFill>
                <a:latin typeface="Verdana"/>
                <a:cs typeface="Verdana"/>
              </a:rPr>
              <a:t> </a:t>
            </a:r>
            <a:r>
              <a:rPr sz="2400" spc="-5" dirty="0">
                <a:solidFill>
                  <a:srgbClr val="1382AC"/>
                </a:solidFill>
                <a:latin typeface="Verdana"/>
                <a:cs typeface="Verdana"/>
              </a:rPr>
              <a:t>may</a:t>
            </a:r>
            <a:endParaRPr sz="2400">
              <a:latin typeface="Verdana"/>
              <a:cs typeface="Verdana"/>
            </a:endParaRPr>
          </a:p>
          <a:p>
            <a:pPr marL="299085" marR="5080">
              <a:lnSpc>
                <a:spcPts val="2300"/>
              </a:lnSpc>
              <a:spcBef>
                <a:spcPts val="270"/>
              </a:spcBef>
            </a:pPr>
            <a:r>
              <a:rPr sz="2400" dirty="0">
                <a:solidFill>
                  <a:srgbClr val="1382AC"/>
                </a:solidFill>
                <a:latin typeface="Verdana"/>
                <a:cs typeface="Verdana"/>
              </a:rPr>
              <a:t>concern:”</a:t>
            </a:r>
            <a:r>
              <a:rPr sz="2400" spc="-160" dirty="0">
                <a:solidFill>
                  <a:srgbClr val="1382AC"/>
                </a:solidFill>
                <a:latin typeface="Verdana"/>
                <a:cs typeface="Verdana"/>
              </a:rPr>
              <a:t> </a:t>
            </a:r>
            <a:r>
              <a:rPr sz="2400" spc="-65" dirty="0">
                <a:latin typeface="Verdana"/>
                <a:cs typeface="Verdana"/>
              </a:rPr>
              <a:t>as</a:t>
            </a:r>
            <a:r>
              <a:rPr sz="2400" spc="-170" dirty="0">
                <a:latin typeface="Verdana"/>
                <a:cs typeface="Verdana"/>
              </a:rPr>
              <a:t> </a:t>
            </a:r>
            <a:r>
              <a:rPr sz="2400" spc="-40" dirty="0">
                <a:latin typeface="Verdana"/>
                <a:cs typeface="Verdana"/>
              </a:rPr>
              <a:t>such</a:t>
            </a:r>
            <a:r>
              <a:rPr sz="2400" spc="-175" dirty="0">
                <a:latin typeface="Verdana"/>
                <a:cs typeface="Verdana"/>
              </a:rPr>
              <a:t> </a:t>
            </a:r>
            <a:r>
              <a:rPr sz="2400" spc="-70" dirty="0">
                <a:latin typeface="Verdana"/>
                <a:cs typeface="Verdana"/>
              </a:rPr>
              <a:t>emails</a:t>
            </a:r>
            <a:r>
              <a:rPr sz="2400" spc="-215" dirty="0">
                <a:latin typeface="Verdana"/>
                <a:cs typeface="Verdana"/>
              </a:rPr>
              <a:t> </a:t>
            </a:r>
            <a:r>
              <a:rPr sz="2400" spc="5" dirty="0">
                <a:latin typeface="Verdana"/>
                <a:cs typeface="Verdana"/>
              </a:rPr>
              <a:t>are</a:t>
            </a:r>
            <a:r>
              <a:rPr sz="2400" spc="-175" dirty="0">
                <a:latin typeface="Verdana"/>
                <a:cs typeface="Verdana"/>
              </a:rPr>
              <a:t> </a:t>
            </a:r>
            <a:r>
              <a:rPr sz="2400" spc="-10" dirty="0">
                <a:latin typeface="Verdana"/>
                <a:cs typeface="Verdana"/>
              </a:rPr>
              <a:t>often</a:t>
            </a:r>
            <a:r>
              <a:rPr sz="2400" spc="-175" dirty="0">
                <a:latin typeface="Verdana"/>
                <a:cs typeface="Verdana"/>
              </a:rPr>
              <a:t> </a:t>
            </a:r>
            <a:r>
              <a:rPr sz="2400" spc="40" dirty="0">
                <a:latin typeface="Verdana"/>
                <a:cs typeface="Verdana"/>
              </a:rPr>
              <a:t>read</a:t>
            </a:r>
            <a:r>
              <a:rPr sz="2400" spc="-170" dirty="0">
                <a:latin typeface="Verdana"/>
                <a:cs typeface="Verdana"/>
              </a:rPr>
              <a:t> </a:t>
            </a:r>
            <a:r>
              <a:rPr sz="2400" dirty="0">
                <a:latin typeface="Verdana"/>
                <a:cs typeface="Verdana"/>
              </a:rPr>
              <a:t>by</a:t>
            </a:r>
            <a:r>
              <a:rPr sz="2400" spc="-190" dirty="0">
                <a:latin typeface="Verdana"/>
                <a:cs typeface="Verdana"/>
              </a:rPr>
              <a:t> </a:t>
            </a:r>
            <a:r>
              <a:rPr sz="2400" spc="70" dirty="0">
                <a:latin typeface="Verdana"/>
                <a:cs typeface="Verdana"/>
              </a:rPr>
              <a:t>an</a:t>
            </a:r>
            <a:r>
              <a:rPr sz="2400" spc="-195" dirty="0">
                <a:latin typeface="Verdana"/>
                <a:cs typeface="Verdana"/>
              </a:rPr>
              <a:t> </a:t>
            </a:r>
            <a:r>
              <a:rPr sz="2400" spc="35" dirty="0">
                <a:latin typeface="Verdana"/>
                <a:cs typeface="Verdana"/>
              </a:rPr>
              <a:t>office</a:t>
            </a:r>
            <a:r>
              <a:rPr sz="2400" spc="-210" dirty="0">
                <a:latin typeface="Verdana"/>
                <a:cs typeface="Verdana"/>
              </a:rPr>
              <a:t> </a:t>
            </a:r>
            <a:r>
              <a:rPr sz="2400" spc="-120" dirty="0">
                <a:latin typeface="Verdana"/>
                <a:cs typeface="Verdana"/>
              </a:rPr>
              <a:t>assistant  </a:t>
            </a:r>
            <a:r>
              <a:rPr sz="2400" spc="15" dirty="0">
                <a:latin typeface="Verdana"/>
                <a:cs typeface="Verdana"/>
              </a:rPr>
              <a:t>before</a:t>
            </a:r>
            <a:r>
              <a:rPr sz="2400" spc="-180" dirty="0">
                <a:latin typeface="Verdana"/>
                <a:cs typeface="Verdana"/>
              </a:rPr>
              <a:t> </a:t>
            </a:r>
            <a:r>
              <a:rPr sz="2400" spc="30" dirty="0">
                <a:latin typeface="Verdana"/>
                <a:cs typeface="Verdana"/>
              </a:rPr>
              <a:t>being</a:t>
            </a:r>
            <a:r>
              <a:rPr sz="2400" spc="-204" dirty="0">
                <a:latin typeface="Verdana"/>
                <a:cs typeface="Verdana"/>
              </a:rPr>
              <a:t> </a:t>
            </a:r>
            <a:r>
              <a:rPr sz="2400" spc="5" dirty="0">
                <a:latin typeface="Verdana"/>
                <a:cs typeface="Verdana"/>
              </a:rPr>
              <a:t>forwarded</a:t>
            </a:r>
            <a:r>
              <a:rPr sz="2400" spc="-165" dirty="0">
                <a:latin typeface="Verdana"/>
                <a:cs typeface="Verdana"/>
              </a:rPr>
              <a:t> </a:t>
            </a:r>
            <a:r>
              <a:rPr sz="2400" spc="-10" dirty="0">
                <a:latin typeface="Verdana"/>
                <a:cs typeface="Verdana"/>
              </a:rPr>
              <a:t>to</a:t>
            </a:r>
            <a:r>
              <a:rPr sz="2400" spc="-180" dirty="0">
                <a:latin typeface="Verdana"/>
                <a:cs typeface="Verdana"/>
              </a:rPr>
              <a:t> </a:t>
            </a:r>
            <a:r>
              <a:rPr sz="2400" spc="-20" dirty="0">
                <a:latin typeface="Verdana"/>
                <a:cs typeface="Verdana"/>
              </a:rPr>
              <a:t>the</a:t>
            </a:r>
            <a:r>
              <a:rPr sz="2400" spc="-180" dirty="0">
                <a:latin typeface="Verdana"/>
                <a:cs typeface="Verdana"/>
              </a:rPr>
              <a:t> </a:t>
            </a:r>
            <a:r>
              <a:rPr sz="2400" spc="10" dirty="0">
                <a:latin typeface="Verdana"/>
                <a:cs typeface="Verdana"/>
              </a:rPr>
              <a:t>appropriate</a:t>
            </a:r>
            <a:r>
              <a:rPr sz="2400" spc="-190" dirty="0">
                <a:latin typeface="Verdana"/>
                <a:cs typeface="Verdana"/>
              </a:rPr>
              <a:t> </a:t>
            </a:r>
            <a:r>
              <a:rPr sz="2400" spc="-60" dirty="0">
                <a:latin typeface="Verdana"/>
                <a:cs typeface="Verdana"/>
              </a:rPr>
              <a:t>individual.</a:t>
            </a:r>
            <a:endParaRPr sz="2400">
              <a:latin typeface="Verdana"/>
              <a:cs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0187" rIns="0" bIns="0" rtlCol="0">
            <a:spAutoFit/>
          </a:bodyPr>
          <a:lstStyle/>
          <a:p>
            <a:pPr marL="12700" marR="5080">
              <a:lnSpc>
                <a:spcPts val="4650"/>
              </a:lnSpc>
              <a:spcBef>
                <a:spcPts val="675"/>
              </a:spcBef>
            </a:pPr>
            <a:r>
              <a:rPr spc="-145" dirty="0"/>
              <a:t>Rule</a:t>
            </a:r>
            <a:r>
              <a:rPr spc="-320" dirty="0"/>
              <a:t> </a:t>
            </a:r>
            <a:r>
              <a:rPr spc="-515" dirty="0"/>
              <a:t>#4:</a:t>
            </a:r>
            <a:r>
              <a:rPr spc="-330" dirty="0"/>
              <a:t> </a:t>
            </a:r>
            <a:r>
              <a:rPr spc="40" dirty="0"/>
              <a:t>Do</a:t>
            </a:r>
            <a:r>
              <a:rPr spc="-330" dirty="0"/>
              <a:t> </a:t>
            </a:r>
            <a:r>
              <a:rPr spc="-45" dirty="0"/>
              <a:t>not</a:t>
            </a:r>
            <a:r>
              <a:rPr spc="-305" dirty="0"/>
              <a:t> </a:t>
            </a:r>
            <a:r>
              <a:rPr spc="-150" dirty="0"/>
              <a:t>use</a:t>
            </a:r>
            <a:r>
              <a:rPr spc="-325" dirty="0"/>
              <a:t> </a:t>
            </a:r>
            <a:r>
              <a:rPr spc="-40" dirty="0"/>
              <a:t>email</a:t>
            </a:r>
            <a:r>
              <a:rPr spc="-315" dirty="0"/>
              <a:t> </a:t>
            </a:r>
            <a:r>
              <a:rPr spc="-20" dirty="0"/>
              <a:t>to</a:t>
            </a:r>
            <a:r>
              <a:rPr spc="-325" dirty="0"/>
              <a:t> </a:t>
            </a:r>
            <a:r>
              <a:rPr spc="-195" dirty="0"/>
              <a:t>discuss  </a:t>
            </a:r>
            <a:r>
              <a:rPr dirty="0"/>
              <a:t>confidential</a:t>
            </a:r>
            <a:r>
              <a:rPr spc="-275" dirty="0"/>
              <a:t> </a:t>
            </a:r>
            <a:r>
              <a:rPr spc="-110" dirty="0"/>
              <a:t>information</a:t>
            </a:r>
          </a:p>
        </p:txBody>
      </p:sp>
      <p:pic>
        <p:nvPicPr>
          <p:cNvPr id="2050" name="Picture 2" descr="CONFIDENTIALITY | mysite">
            <a:extLst>
              <a:ext uri="{FF2B5EF4-FFF2-40B4-BE49-F238E27FC236}">
                <a16:creationId xmlns:a16="http://schemas.microsoft.com/office/drawing/2014/main" id="{DB0C1D01-AF43-87BA-198A-F71D002FDA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5237" y="2211092"/>
            <a:ext cx="4581525" cy="38843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539" y="649681"/>
            <a:ext cx="7301865" cy="1267460"/>
          </a:xfrm>
          <a:prstGeom prst="rect">
            <a:avLst/>
          </a:prstGeom>
        </p:spPr>
        <p:txBody>
          <a:bodyPr vert="horz" wrap="square" lIns="0" tIns="88900" rIns="0" bIns="0" rtlCol="0">
            <a:spAutoFit/>
          </a:bodyPr>
          <a:lstStyle/>
          <a:p>
            <a:pPr marL="12700" marR="5080">
              <a:lnSpc>
                <a:spcPts val="4620"/>
              </a:lnSpc>
              <a:spcBef>
                <a:spcPts val="700"/>
              </a:spcBef>
            </a:pPr>
            <a:r>
              <a:rPr spc="-145" dirty="0"/>
              <a:t>Rule </a:t>
            </a:r>
            <a:r>
              <a:rPr spc="-515" dirty="0"/>
              <a:t>#5: </a:t>
            </a:r>
            <a:r>
              <a:rPr spc="-155" dirty="0"/>
              <a:t>Take </a:t>
            </a:r>
            <a:r>
              <a:rPr spc="145" dirty="0"/>
              <a:t>care </a:t>
            </a:r>
            <a:r>
              <a:rPr spc="-155" dirty="0"/>
              <a:t>with  </a:t>
            </a:r>
            <a:r>
              <a:rPr spc="-50" dirty="0"/>
              <a:t>abbreviations </a:t>
            </a:r>
            <a:r>
              <a:rPr spc="165" dirty="0"/>
              <a:t>and </a:t>
            </a:r>
            <a:r>
              <a:rPr spc="-204" dirty="0"/>
              <a:t>emojis</a:t>
            </a:r>
            <a:r>
              <a:rPr spc="-1060" dirty="0"/>
              <a:t> </a:t>
            </a:r>
            <a:r>
              <a:rPr spc="-680" dirty="0">
                <a:latin typeface="Wingdings"/>
                <a:cs typeface="Wingdings"/>
              </a:rPr>
              <a:t></a:t>
            </a:r>
          </a:p>
        </p:txBody>
      </p:sp>
      <p:sp>
        <p:nvSpPr>
          <p:cNvPr id="3" name="object 3"/>
          <p:cNvSpPr txBox="1"/>
          <p:nvPr/>
        </p:nvSpPr>
        <p:spPr>
          <a:xfrm>
            <a:off x="1145539" y="2129154"/>
            <a:ext cx="6276340" cy="2814955"/>
          </a:xfrm>
          <a:prstGeom prst="rect">
            <a:avLst/>
          </a:prstGeom>
        </p:spPr>
        <p:txBody>
          <a:bodyPr vert="horz" wrap="square" lIns="0" tIns="12065" rIns="0" bIns="0" rtlCol="0">
            <a:spAutoFit/>
          </a:bodyPr>
          <a:lstStyle/>
          <a:p>
            <a:pPr marL="355600" marR="5080" indent="-343535">
              <a:lnSpc>
                <a:spcPct val="100000"/>
              </a:lnSpc>
              <a:spcBef>
                <a:spcPts val="95"/>
              </a:spcBef>
              <a:buClr>
                <a:srgbClr val="252525"/>
              </a:buClr>
              <a:buFont typeface="Arial"/>
              <a:buChar char="•"/>
              <a:tabLst>
                <a:tab pos="355600" algn="l"/>
                <a:tab pos="356235" algn="l"/>
              </a:tabLst>
            </a:pPr>
            <a:r>
              <a:rPr sz="2800" spc="-70" dirty="0">
                <a:latin typeface="Verdana"/>
                <a:cs typeface="Verdana"/>
              </a:rPr>
              <a:t>Save </a:t>
            </a:r>
            <a:r>
              <a:rPr sz="2800" spc="-35" dirty="0">
                <a:latin typeface="Verdana"/>
                <a:cs typeface="Verdana"/>
              </a:rPr>
              <a:t>abbreviations </a:t>
            </a:r>
            <a:r>
              <a:rPr sz="2800" spc="-130" dirty="0">
                <a:latin typeface="Verdana"/>
                <a:cs typeface="Verdana"/>
              </a:rPr>
              <a:t>like </a:t>
            </a:r>
            <a:r>
              <a:rPr sz="2800" spc="-105" dirty="0">
                <a:latin typeface="Verdana"/>
                <a:cs typeface="Verdana"/>
              </a:rPr>
              <a:t>LOL</a:t>
            </a:r>
            <a:r>
              <a:rPr sz="2800" spc="-625" dirty="0">
                <a:latin typeface="Verdana"/>
                <a:cs typeface="Verdana"/>
              </a:rPr>
              <a:t> </a:t>
            </a:r>
            <a:r>
              <a:rPr sz="2800" spc="-40" dirty="0">
                <a:latin typeface="Verdana"/>
                <a:cs typeface="Verdana"/>
              </a:rPr>
              <a:t>(laugh  </a:t>
            </a:r>
            <a:r>
              <a:rPr sz="2800" spc="-35" dirty="0">
                <a:latin typeface="Verdana"/>
                <a:cs typeface="Verdana"/>
              </a:rPr>
              <a:t>out </a:t>
            </a:r>
            <a:r>
              <a:rPr sz="2800" spc="-45" dirty="0">
                <a:latin typeface="Verdana"/>
                <a:cs typeface="Verdana"/>
              </a:rPr>
              <a:t>loud) </a:t>
            </a:r>
            <a:r>
              <a:rPr sz="2800" spc="-114" dirty="0">
                <a:latin typeface="Verdana"/>
                <a:cs typeface="Verdana"/>
              </a:rPr>
              <a:t>or </a:t>
            </a:r>
            <a:r>
              <a:rPr sz="2800" spc="-310" dirty="0">
                <a:latin typeface="Verdana"/>
                <a:cs typeface="Verdana"/>
              </a:rPr>
              <a:t>IDK </a:t>
            </a:r>
            <a:r>
              <a:rPr sz="2800" spc="-385" dirty="0">
                <a:latin typeface="Verdana"/>
                <a:cs typeface="Verdana"/>
              </a:rPr>
              <a:t>(I </a:t>
            </a:r>
            <a:r>
              <a:rPr sz="2800" spc="55" dirty="0">
                <a:latin typeface="Verdana"/>
                <a:cs typeface="Verdana"/>
              </a:rPr>
              <a:t>don’t </a:t>
            </a:r>
            <a:r>
              <a:rPr sz="2800" spc="-80" dirty="0">
                <a:latin typeface="Verdana"/>
                <a:cs typeface="Verdana"/>
              </a:rPr>
              <a:t>know) </a:t>
            </a:r>
            <a:r>
              <a:rPr sz="2800" spc="-110" dirty="0">
                <a:latin typeface="Verdana"/>
                <a:cs typeface="Verdana"/>
              </a:rPr>
              <a:t>for  </a:t>
            </a:r>
            <a:r>
              <a:rPr sz="2800" spc="-120" dirty="0">
                <a:latin typeface="Verdana"/>
                <a:cs typeface="Verdana"/>
              </a:rPr>
              <a:t>text </a:t>
            </a:r>
            <a:r>
              <a:rPr sz="2800" spc="-75" dirty="0">
                <a:latin typeface="Verdana"/>
                <a:cs typeface="Verdana"/>
              </a:rPr>
              <a:t>messages </a:t>
            </a:r>
            <a:r>
              <a:rPr sz="2800" spc="60" dirty="0">
                <a:latin typeface="Verdana"/>
                <a:cs typeface="Verdana"/>
              </a:rPr>
              <a:t>among</a:t>
            </a:r>
            <a:r>
              <a:rPr sz="2800" spc="-385" dirty="0">
                <a:latin typeface="Verdana"/>
                <a:cs typeface="Verdana"/>
              </a:rPr>
              <a:t> </a:t>
            </a:r>
            <a:r>
              <a:rPr sz="2800" spc="-130" dirty="0">
                <a:latin typeface="Verdana"/>
                <a:cs typeface="Verdana"/>
              </a:rPr>
              <a:t>friends.</a:t>
            </a:r>
            <a:endParaRPr sz="2800">
              <a:latin typeface="Verdana"/>
              <a:cs typeface="Verdana"/>
            </a:endParaRPr>
          </a:p>
          <a:p>
            <a:pPr marL="355600" marR="482600" indent="-343535">
              <a:lnSpc>
                <a:spcPct val="100000"/>
              </a:lnSpc>
              <a:spcBef>
                <a:spcPts val="900"/>
              </a:spcBef>
              <a:buClr>
                <a:srgbClr val="252525"/>
              </a:buClr>
              <a:buFont typeface="Arial"/>
              <a:buChar char="•"/>
              <a:tabLst>
                <a:tab pos="355600" algn="l"/>
                <a:tab pos="356235" algn="l"/>
              </a:tabLst>
            </a:pPr>
            <a:r>
              <a:rPr sz="2800" spc="-90" dirty="0">
                <a:latin typeface="Verdana"/>
                <a:cs typeface="Verdana"/>
              </a:rPr>
              <a:t>Some </a:t>
            </a:r>
            <a:r>
              <a:rPr sz="2800" spc="-15" dirty="0">
                <a:latin typeface="Verdana"/>
                <a:cs typeface="Verdana"/>
              </a:rPr>
              <a:t>may </a:t>
            </a:r>
            <a:r>
              <a:rPr sz="2800" spc="-35" dirty="0">
                <a:latin typeface="Verdana"/>
                <a:cs typeface="Verdana"/>
              </a:rPr>
              <a:t>not </a:t>
            </a:r>
            <a:r>
              <a:rPr sz="2800" spc="-40" dirty="0">
                <a:latin typeface="Verdana"/>
                <a:cs typeface="Verdana"/>
              </a:rPr>
              <a:t>understand</a:t>
            </a:r>
            <a:r>
              <a:rPr sz="2800" spc="-695" dirty="0">
                <a:latin typeface="Verdana"/>
                <a:cs typeface="Verdana"/>
              </a:rPr>
              <a:t> </a:t>
            </a:r>
            <a:r>
              <a:rPr sz="2800" spc="-114" dirty="0">
                <a:latin typeface="Verdana"/>
                <a:cs typeface="Verdana"/>
              </a:rPr>
              <a:t>your  </a:t>
            </a:r>
            <a:r>
              <a:rPr sz="2800" spc="-35" dirty="0">
                <a:latin typeface="Verdana"/>
                <a:cs typeface="Verdana"/>
              </a:rPr>
              <a:t>abbreviations</a:t>
            </a:r>
            <a:endParaRPr sz="2800">
              <a:latin typeface="Verdana"/>
              <a:cs typeface="Verdana"/>
            </a:endParaRPr>
          </a:p>
          <a:p>
            <a:pPr marL="355600" indent="-343535">
              <a:lnSpc>
                <a:spcPct val="100000"/>
              </a:lnSpc>
              <a:spcBef>
                <a:spcPts val="905"/>
              </a:spcBef>
              <a:buClr>
                <a:srgbClr val="252525"/>
              </a:buClr>
              <a:buFont typeface="Arial"/>
              <a:buChar char="•"/>
              <a:tabLst>
                <a:tab pos="355600" algn="l"/>
                <a:tab pos="356235" algn="l"/>
              </a:tabLst>
            </a:pPr>
            <a:r>
              <a:rPr sz="2800" spc="-20" dirty="0">
                <a:latin typeface="Verdana"/>
                <a:cs typeface="Verdana"/>
              </a:rPr>
              <a:t>Not</a:t>
            </a:r>
            <a:r>
              <a:rPr sz="2800" spc="-200" dirty="0">
                <a:latin typeface="Verdana"/>
                <a:cs typeface="Verdana"/>
              </a:rPr>
              <a:t> </a:t>
            </a:r>
            <a:r>
              <a:rPr sz="2800" spc="-80" dirty="0">
                <a:latin typeface="Verdana"/>
                <a:cs typeface="Verdana"/>
              </a:rPr>
              <a:t>professional</a:t>
            </a:r>
            <a:endParaRPr sz="2800">
              <a:latin typeface="Verdana"/>
              <a:cs typeface="Verdana"/>
            </a:endParaRPr>
          </a:p>
        </p:txBody>
      </p:sp>
      <p:pic>
        <p:nvPicPr>
          <p:cNvPr id="3074" name="Picture 2" descr="Emoticon-Emoji-Acronym Madness – Rules for Smiley Face and OMG Moments in  Your Communication | LGK Marketing CC">
            <a:extLst>
              <a:ext uri="{FF2B5EF4-FFF2-40B4-BE49-F238E27FC236}">
                <a16:creationId xmlns:a16="http://schemas.microsoft.com/office/drawing/2014/main" id="{991832CF-6B05-66ED-9AB1-C423663534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4070272"/>
            <a:ext cx="5276850" cy="2171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539" y="609600"/>
            <a:ext cx="9205595" cy="756920"/>
          </a:xfrm>
          <a:prstGeom prst="rect">
            <a:avLst/>
          </a:prstGeom>
        </p:spPr>
        <p:txBody>
          <a:bodyPr vert="horz" wrap="square" lIns="0" tIns="12700" rIns="0" bIns="0" rtlCol="0">
            <a:spAutoFit/>
          </a:bodyPr>
          <a:lstStyle/>
          <a:p>
            <a:pPr marL="12700">
              <a:lnSpc>
                <a:spcPct val="100000"/>
              </a:lnSpc>
              <a:spcBef>
                <a:spcPts val="100"/>
              </a:spcBef>
            </a:pPr>
            <a:r>
              <a:rPr sz="4800" spc="-160" dirty="0"/>
              <a:t>Rule </a:t>
            </a:r>
            <a:r>
              <a:rPr sz="4800" spc="-575" dirty="0"/>
              <a:t>#6: </a:t>
            </a:r>
            <a:r>
              <a:rPr sz="4800" spc="-545" dirty="0"/>
              <a:t>THINK </a:t>
            </a:r>
            <a:r>
              <a:rPr sz="4800" spc="40" dirty="0"/>
              <a:t>before </a:t>
            </a:r>
            <a:r>
              <a:rPr sz="4800" spc="-60" dirty="0"/>
              <a:t>you</a:t>
            </a:r>
            <a:r>
              <a:rPr sz="4800" spc="-590" dirty="0"/>
              <a:t> </a:t>
            </a:r>
            <a:r>
              <a:rPr sz="4800" spc="-55" dirty="0"/>
              <a:t>send</a:t>
            </a:r>
            <a:endParaRPr sz="4800" dirty="0"/>
          </a:p>
        </p:txBody>
      </p:sp>
      <p:sp>
        <p:nvSpPr>
          <p:cNvPr id="3" name="object 3"/>
          <p:cNvSpPr txBox="1"/>
          <p:nvPr/>
        </p:nvSpPr>
        <p:spPr>
          <a:xfrm>
            <a:off x="1145539" y="1621564"/>
            <a:ext cx="9490710" cy="3247107"/>
          </a:xfrm>
          <a:prstGeom prst="rect">
            <a:avLst/>
          </a:prstGeom>
        </p:spPr>
        <p:txBody>
          <a:bodyPr vert="horz" wrap="square" lIns="0" tIns="66040" rIns="0" bIns="0" rtlCol="0">
            <a:spAutoFit/>
          </a:bodyPr>
          <a:lstStyle/>
          <a:p>
            <a:pPr marL="195580" indent="-183515">
              <a:lnSpc>
                <a:spcPct val="150000"/>
              </a:lnSpc>
              <a:spcBef>
                <a:spcPts val="520"/>
              </a:spcBef>
              <a:buClr>
                <a:srgbClr val="252525"/>
              </a:buClr>
              <a:buFont typeface="Arial"/>
              <a:buChar char="◦"/>
              <a:tabLst>
                <a:tab pos="196215" algn="l"/>
              </a:tabLst>
            </a:pPr>
            <a:r>
              <a:rPr sz="2400" spc="-290" dirty="0">
                <a:latin typeface="Verdana"/>
                <a:cs typeface="Verdana"/>
              </a:rPr>
              <a:t>If</a:t>
            </a:r>
            <a:r>
              <a:rPr sz="2400" spc="-180" dirty="0">
                <a:latin typeface="Verdana"/>
                <a:cs typeface="Verdana"/>
              </a:rPr>
              <a:t> </a:t>
            </a:r>
            <a:r>
              <a:rPr sz="2400" spc="-30" dirty="0">
                <a:latin typeface="Verdana"/>
                <a:cs typeface="Verdana"/>
              </a:rPr>
              <a:t>you</a:t>
            </a:r>
            <a:r>
              <a:rPr sz="2400" spc="-180" dirty="0">
                <a:latin typeface="Verdana"/>
                <a:cs typeface="Verdana"/>
              </a:rPr>
              <a:t> </a:t>
            </a:r>
            <a:r>
              <a:rPr sz="2400" spc="-55" dirty="0">
                <a:latin typeface="Verdana"/>
                <a:cs typeface="Verdana"/>
              </a:rPr>
              <a:t>answer</a:t>
            </a:r>
            <a:r>
              <a:rPr sz="2400" spc="-180" dirty="0">
                <a:latin typeface="Verdana"/>
                <a:cs typeface="Verdana"/>
              </a:rPr>
              <a:t> </a:t>
            </a:r>
            <a:r>
              <a:rPr sz="2400" spc="-114" dirty="0">
                <a:latin typeface="Verdana"/>
                <a:cs typeface="Verdana"/>
              </a:rPr>
              <a:t>yes</a:t>
            </a:r>
            <a:r>
              <a:rPr sz="2400" spc="-175" dirty="0">
                <a:latin typeface="Verdana"/>
                <a:cs typeface="Verdana"/>
              </a:rPr>
              <a:t> </a:t>
            </a:r>
            <a:r>
              <a:rPr sz="2400" spc="-10" dirty="0">
                <a:latin typeface="Verdana"/>
                <a:cs typeface="Verdana"/>
              </a:rPr>
              <a:t>to</a:t>
            </a:r>
            <a:r>
              <a:rPr sz="2400" spc="-180" dirty="0">
                <a:latin typeface="Verdana"/>
                <a:cs typeface="Verdana"/>
              </a:rPr>
              <a:t> </a:t>
            </a:r>
            <a:r>
              <a:rPr sz="2400" spc="-60" dirty="0">
                <a:latin typeface="Verdana"/>
                <a:cs typeface="Verdana"/>
              </a:rPr>
              <a:t>all</a:t>
            </a:r>
            <a:r>
              <a:rPr sz="2400" spc="-200" dirty="0">
                <a:latin typeface="Verdana"/>
                <a:cs typeface="Verdana"/>
              </a:rPr>
              <a:t> </a:t>
            </a:r>
            <a:r>
              <a:rPr sz="2400" spc="10" dirty="0">
                <a:latin typeface="Verdana"/>
                <a:cs typeface="Verdana"/>
              </a:rPr>
              <a:t>of</a:t>
            </a:r>
            <a:r>
              <a:rPr sz="2400" spc="-180" dirty="0">
                <a:latin typeface="Verdana"/>
                <a:cs typeface="Verdana"/>
              </a:rPr>
              <a:t> </a:t>
            </a:r>
            <a:r>
              <a:rPr sz="2400" spc="-50" dirty="0">
                <a:latin typeface="Verdana"/>
                <a:cs typeface="Verdana"/>
              </a:rPr>
              <a:t>these</a:t>
            </a:r>
            <a:r>
              <a:rPr sz="2400" spc="-180" dirty="0">
                <a:latin typeface="Verdana"/>
                <a:cs typeface="Verdana"/>
              </a:rPr>
              <a:t> </a:t>
            </a:r>
            <a:r>
              <a:rPr sz="2400" spc="-114" dirty="0">
                <a:latin typeface="Verdana"/>
                <a:cs typeface="Verdana"/>
              </a:rPr>
              <a:t>questions:</a:t>
            </a:r>
            <a:endParaRPr sz="2400" dirty="0">
              <a:latin typeface="Verdana"/>
              <a:cs typeface="Verdana"/>
            </a:endParaRPr>
          </a:p>
          <a:p>
            <a:pPr marL="573405" lvl="1" indent="-287020">
              <a:lnSpc>
                <a:spcPct val="150000"/>
              </a:lnSpc>
              <a:spcBef>
                <a:spcPts val="484"/>
              </a:spcBef>
              <a:buClr>
                <a:srgbClr val="252525"/>
              </a:buClr>
              <a:buFont typeface="Arial"/>
              <a:buChar char="•"/>
              <a:tabLst>
                <a:tab pos="573405" algn="l"/>
                <a:tab pos="574040" algn="l"/>
              </a:tabLst>
            </a:pPr>
            <a:r>
              <a:rPr sz="2800" spc="-465" dirty="0">
                <a:latin typeface="Verdana"/>
                <a:cs typeface="Verdana"/>
              </a:rPr>
              <a:t>Is </a:t>
            </a:r>
            <a:r>
              <a:rPr lang="en-US" sz="2800" spc="-465" dirty="0">
                <a:latin typeface="Verdana"/>
                <a:cs typeface="Verdana"/>
              </a:rPr>
              <a:t> </a:t>
            </a:r>
            <a:r>
              <a:rPr sz="2800" spc="-200" dirty="0">
                <a:latin typeface="Verdana"/>
                <a:cs typeface="Verdana"/>
              </a:rPr>
              <a:t>this </a:t>
            </a:r>
            <a:r>
              <a:rPr sz="2800" spc="-55" dirty="0">
                <a:latin typeface="Verdana"/>
                <a:cs typeface="Verdana"/>
              </a:rPr>
              <a:t>relevant </a:t>
            </a:r>
            <a:r>
              <a:rPr sz="2800" spc="-15" dirty="0">
                <a:latin typeface="Verdana"/>
                <a:cs typeface="Verdana"/>
              </a:rPr>
              <a:t>to </a:t>
            </a:r>
            <a:r>
              <a:rPr sz="2800" spc="-25" dirty="0">
                <a:latin typeface="Verdana"/>
                <a:cs typeface="Verdana"/>
              </a:rPr>
              <a:t>the </a:t>
            </a:r>
            <a:r>
              <a:rPr sz="2800" spc="-114" dirty="0">
                <a:latin typeface="Verdana"/>
                <a:cs typeface="Verdana"/>
              </a:rPr>
              <a:t>work </a:t>
            </a:r>
            <a:r>
              <a:rPr sz="2800" spc="-130" dirty="0">
                <a:latin typeface="Verdana"/>
                <a:cs typeface="Verdana"/>
              </a:rPr>
              <a:t>my </a:t>
            </a:r>
            <a:r>
              <a:rPr sz="2800" spc="-40" dirty="0">
                <a:latin typeface="Verdana"/>
                <a:cs typeface="Verdana"/>
              </a:rPr>
              <a:t>organization</a:t>
            </a:r>
            <a:r>
              <a:rPr sz="2800" spc="-580" dirty="0">
                <a:latin typeface="Verdana"/>
                <a:cs typeface="Verdana"/>
              </a:rPr>
              <a:t> </a:t>
            </a:r>
            <a:r>
              <a:rPr sz="2800" spc="-285" dirty="0">
                <a:latin typeface="Verdana"/>
                <a:cs typeface="Verdana"/>
              </a:rPr>
              <a:t>is </a:t>
            </a:r>
            <a:r>
              <a:rPr sz="2800" spc="50" dirty="0">
                <a:latin typeface="Verdana"/>
                <a:cs typeface="Verdana"/>
              </a:rPr>
              <a:t>doing?</a:t>
            </a:r>
            <a:endParaRPr sz="2800" dirty="0">
              <a:latin typeface="Verdana"/>
              <a:cs typeface="Verdana"/>
            </a:endParaRPr>
          </a:p>
          <a:p>
            <a:pPr marL="573405" marR="1348105" lvl="1" indent="-287020">
              <a:lnSpc>
                <a:spcPct val="150000"/>
              </a:lnSpc>
              <a:spcBef>
                <a:spcPts val="505"/>
              </a:spcBef>
              <a:buClr>
                <a:srgbClr val="252525"/>
              </a:buClr>
              <a:buFont typeface="Arial"/>
              <a:buChar char="•"/>
              <a:tabLst>
                <a:tab pos="573405" algn="l"/>
                <a:tab pos="574040" algn="l"/>
              </a:tabLst>
            </a:pPr>
            <a:r>
              <a:rPr sz="2800" spc="-195" dirty="0">
                <a:latin typeface="Verdana"/>
                <a:cs typeface="Verdana"/>
              </a:rPr>
              <a:t>Will </a:t>
            </a:r>
            <a:r>
              <a:rPr sz="2800" spc="-25" dirty="0">
                <a:latin typeface="Verdana"/>
                <a:cs typeface="Verdana"/>
              </a:rPr>
              <a:t>the </a:t>
            </a:r>
            <a:r>
              <a:rPr sz="2800" spc="35" dirty="0">
                <a:latin typeface="Verdana"/>
                <a:cs typeface="Verdana"/>
              </a:rPr>
              <a:t>office</a:t>
            </a:r>
            <a:r>
              <a:rPr sz="2800" spc="-730" dirty="0">
                <a:latin typeface="Verdana"/>
                <a:cs typeface="Verdana"/>
              </a:rPr>
              <a:t> </a:t>
            </a:r>
            <a:r>
              <a:rPr sz="2800" spc="-15" dirty="0">
                <a:latin typeface="Verdana"/>
                <a:cs typeface="Verdana"/>
              </a:rPr>
              <a:t>benefit </a:t>
            </a:r>
            <a:r>
              <a:rPr sz="2800" spc="-95" dirty="0">
                <a:latin typeface="Verdana"/>
                <a:cs typeface="Verdana"/>
              </a:rPr>
              <a:t>professionally </a:t>
            </a:r>
            <a:r>
              <a:rPr sz="2800" spc="-110" dirty="0">
                <a:latin typeface="Verdana"/>
                <a:cs typeface="Verdana"/>
              </a:rPr>
              <a:t>from </a:t>
            </a:r>
            <a:r>
              <a:rPr sz="2800" spc="-200" dirty="0">
                <a:latin typeface="Verdana"/>
                <a:cs typeface="Verdana"/>
              </a:rPr>
              <a:t>this  </a:t>
            </a:r>
            <a:r>
              <a:rPr sz="2800" spc="-55" dirty="0">
                <a:latin typeface="Verdana"/>
                <a:cs typeface="Verdana"/>
              </a:rPr>
              <a:t>information?</a:t>
            </a:r>
            <a:endParaRPr sz="2800" dirty="0">
              <a:latin typeface="Verdana"/>
              <a:cs typeface="Verdana"/>
            </a:endParaRPr>
          </a:p>
        </p:txBody>
      </p:sp>
      <p:sp>
        <p:nvSpPr>
          <p:cNvPr id="4" name="object 4"/>
          <p:cNvSpPr txBox="1"/>
          <p:nvPr/>
        </p:nvSpPr>
        <p:spPr>
          <a:xfrm>
            <a:off x="3762502" y="4868671"/>
            <a:ext cx="4665980" cy="848360"/>
          </a:xfrm>
          <a:prstGeom prst="rect">
            <a:avLst/>
          </a:prstGeom>
        </p:spPr>
        <p:txBody>
          <a:bodyPr vert="horz" wrap="square" lIns="0" tIns="12700" rIns="0" bIns="0" rtlCol="0">
            <a:spAutoFit/>
          </a:bodyPr>
          <a:lstStyle/>
          <a:p>
            <a:pPr marL="12700">
              <a:lnSpc>
                <a:spcPct val="100000"/>
              </a:lnSpc>
              <a:spcBef>
                <a:spcPts val="100"/>
              </a:spcBef>
            </a:pPr>
            <a:r>
              <a:rPr sz="5400" spc="20" dirty="0">
                <a:latin typeface="Verdana"/>
                <a:cs typeface="Verdana"/>
              </a:rPr>
              <a:t>Okay </a:t>
            </a:r>
            <a:r>
              <a:rPr sz="5400" spc="-20" dirty="0">
                <a:latin typeface="Verdana"/>
                <a:cs typeface="Verdana"/>
              </a:rPr>
              <a:t>to</a:t>
            </a:r>
            <a:r>
              <a:rPr sz="5400" spc="-900" dirty="0">
                <a:latin typeface="Verdana"/>
                <a:cs typeface="Verdana"/>
              </a:rPr>
              <a:t> </a:t>
            </a:r>
            <a:r>
              <a:rPr sz="5400" spc="-155" dirty="0">
                <a:latin typeface="Verdana"/>
                <a:cs typeface="Verdana"/>
              </a:rPr>
              <a:t>send!</a:t>
            </a:r>
            <a:endParaRPr sz="5400">
              <a:latin typeface="Verdana"/>
              <a:cs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539" y="92210"/>
            <a:ext cx="9900920" cy="1859914"/>
          </a:xfrm>
          <a:prstGeom prst="rect">
            <a:avLst/>
          </a:prstGeom>
        </p:spPr>
        <p:txBody>
          <a:bodyPr vert="horz" wrap="square" lIns="0" tIns="380187" rIns="0" bIns="0" rtlCol="0">
            <a:spAutoFit/>
          </a:bodyPr>
          <a:lstStyle/>
          <a:p>
            <a:pPr marL="12700" marR="5080">
              <a:lnSpc>
                <a:spcPts val="4650"/>
              </a:lnSpc>
              <a:spcBef>
                <a:spcPts val="675"/>
              </a:spcBef>
            </a:pPr>
            <a:r>
              <a:rPr spc="-280" dirty="0"/>
              <a:t>But</a:t>
            </a:r>
            <a:r>
              <a:rPr spc="-320" dirty="0"/>
              <a:t> </a:t>
            </a:r>
            <a:r>
              <a:rPr spc="-245" dirty="0"/>
              <a:t>if</a:t>
            </a:r>
            <a:r>
              <a:rPr spc="-330" dirty="0"/>
              <a:t> </a:t>
            </a:r>
            <a:r>
              <a:rPr spc="-55" dirty="0"/>
              <a:t>you</a:t>
            </a:r>
            <a:r>
              <a:rPr spc="-330" dirty="0"/>
              <a:t> </a:t>
            </a:r>
            <a:r>
              <a:rPr spc="-100" dirty="0"/>
              <a:t>answer</a:t>
            </a:r>
            <a:r>
              <a:rPr spc="-330" dirty="0"/>
              <a:t> </a:t>
            </a:r>
            <a:r>
              <a:rPr spc="155" dirty="0"/>
              <a:t>NO</a:t>
            </a:r>
            <a:r>
              <a:rPr spc="-325" dirty="0"/>
              <a:t> </a:t>
            </a:r>
            <a:r>
              <a:rPr spc="-20" dirty="0"/>
              <a:t>to</a:t>
            </a:r>
            <a:r>
              <a:rPr spc="-310" dirty="0"/>
              <a:t> </a:t>
            </a:r>
            <a:r>
              <a:rPr dirty="0"/>
              <a:t>any</a:t>
            </a:r>
            <a:r>
              <a:rPr spc="-330" dirty="0"/>
              <a:t> </a:t>
            </a:r>
            <a:r>
              <a:rPr spc="20" dirty="0"/>
              <a:t>of  </a:t>
            </a:r>
            <a:r>
              <a:rPr spc="50" dirty="0"/>
              <a:t>these…</a:t>
            </a:r>
          </a:p>
        </p:txBody>
      </p:sp>
      <p:sp>
        <p:nvSpPr>
          <p:cNvPr id="3" name="object 3"/>
          <p:cNvSpPr txBox="1"/>
          <p:nvPr/>
        </p:nvSpPr>
        <p:spPr>
          <a:xfrm>
            <a:off x="1145539" y="1676400"/>
            <a:ext cx="10513061" cy="3741730"/>
          </a:xfrm>
          <a:prstGeom prst="rect">
            <a:avLst/>
          </a:prstGeom>
        </p:spPr>
        <p:txBody>
          <a:bodyPr vert="horz" wrap="square" lIns="0" tIns="12700" rIns="0" bIns="0" rtlCol="0">
            <a:spAutoFit/>
          </a:bodyPr>
          <a:lstStyle/>
          <a:p>
            <a:pPr marL="299085" indent="-287020">
              <a:lnSpc>
                <a:spcPct val="150000"/>
              </a:lnSpc>
              <a:spcBef>
                <a:spcPts val="100"/>
              </a:spcBef>
              <a:buClr>
                <a:srgbClr val="252525"/>
              </a:buClr>
              <a:buFont typeface="Arial"/>
              <a:buChar char="•"/>
              <a:tabLst>
                <a:tab pos="299085" algn="l"/>
                <a:tab pos="299720" algn="l"/>
              </a:tabLst>
            </a:pPr>
            <a:r>
              <a:rPr sz="2400" spc="60" dirty="0">
                <a:latin typeface="Verdana"/>
                <a:cs typeface="Verdana"/>
              </a:rPr>
              <a:t>Could </a:t>
            </a:r>
            <a:r>
              <a:rPr sz="2400" spc="-170" dirty="0">
                <a:latin typeface="Verdana"/>
                <a:cs typeface="Verdana"/>
              </a:rPr>
              <a:t>this </a:t>
            </a:r>
            <a:r>
              <a:rPr sz="2400" spc="-60" dirty="0">
                <a:latin typeface="Verdana"/>
                <a:cs typeface="Verdana"/>
              </a:rPr>
              <a:t>information hurt/embarrass/offend</a:t>
            </a:r>
            <a:r>
              <a:rPr sz="2400" spc="-575" dirty="0">
                <a:latin typeface="Verdana"/>
                <a:cs typeface="Verdana"/>
              </a:rPr>
              <a:t> </a:t>
            </a:r>
            <a:r>
              <a:rPr sz="2400" spc="15" dirty="0">
                <a:latin typeface="Verdana"/>
                <a:cs typeface="Verdana"/>
              </a:rPr>
              <a:t>someone?</a:t>
            </a:r>
            <a:endParaRPr sz="2400" dirty="0">
              <a:latin typeface="Verdana"/>
              <a:cs typeface="Verdana"/>
            </a:endParaRPr>
          </a:p>
          <a:p>
            <a:pPr marL="573405" marR="1947545" lvl="1" indent="-287020">
              <a:lnSpc>
                <a:spcPct val="150000"/>
              </a:lnSpc>
              <a:spcBef>
                <a:spcPts val="525"/>
              </a:spcBef>
              <a:buClr>
                <a:srgbClr val="252525"/>
              </a:buClr>
              <a:buFont typeface="Arial"/>
              <a:buChar char="•"/>
              <a:tabLst>
                <a:tab pos="573405" algn="l"/>
                <a:tab pos="574040" algn="l"/>
              </a:tabLst>
            </a:pPr>
            <a:r>
              <a:rPr sz="2800" spc="-114" dirty="0">
                <a:latin typeface="Verdana"/>
                <a:cs typeface="Verdana"/>
              </a:rPr>
              <a:t>Email </a:t>
            </a:r>
            <a:r>
              <a:rPr sz="2800" spc="-75" dirty="0">
                <a:latin typeface="Verdana"/>
                <a:cs typeface="Verdana"/>
              </a:rPr>
              <a:t>should </a:t>
            </a:r>
            <a:r>
              <a:rPr sz="2800" spc="-30" dirty="0">
                <a:latin typeface="Verdana"/>
                <a:cs typeface="Verdana"/>
              </a:rPr>
              <a:t>not </a:t>
            </a:r>
            <a:r>
              <a:rPr sz="2800" spc="155" dirty="0">
                <a:latin typeface="Verdana"/>
                <a:cs typeface="Verdana"/>
              </a:rPr>
              <a:t>be </a:t>
            </a:r>
            <a:r>
              <a:rPr sz="2800" spc="-35" dirty="0">
                <a:latin typeface="Verdana"/>
                <a:cs typeface="Verdana"/>
              </a:rPr>
              <a:t>used </a:t>
            </a:r>
            <a:r>
              <a:rPr sz="2800" spc="-110" dirty="0">
                <a:latin typeface="Verdana"/>
                <a:cs typeface="Verdana"/>
              </a:rPr>
              <a:t>for  </a:t>
            </a:r>
            <a:r>
              <a:rPr sz="2800" spc="-30" dirty="0">
                <a:latin typeface="Verdana"/>
                <a:cs typeface="Verdana"/>
              </a:rPr>
              <a:t>confrontat</a:t>
            </a:r>
            <a:r>
              <a:rPr sz="2800" dirty="0">
                <a:latin typeface="Verdana"/>
                <a:cs typeface="Verdana"/>
              </a:rPr>
              <a:t>i</a:t>
            </a:r>
            <a:r>
              <a:rPr sz="2800" spc="-65" dirty="0">
                <a:latin typeface="Verdana"/>
                <a:cs typeface="Verdana"/>
              </a:rPr>
              <a:t>on/yel</a:t>
            </a:r>
            <a:r>
              <a:rPr sz="2800" spc="-30" dirty="0">
                <a:latin typeface="Verdana"/>
                <a:cs typeface="Verdana"/>
              </a:rPr>
              <a:t>l</a:t>
            </a:r>
            <a:r>
              <a:rPr sz="2800" spc="-200" dirty="0">
                <a:latin typeface="Verdana"/>
                <a:cs typeface="Verdana"/>
              </a:rPr>
              <a:t>i</a:t>
            </a:r>
            <a:r>
              <a:rPr sz="2800" spc="-80" dirty="0">
                <a:latin typeface="Verdana"/>
                <a:cs typeface="Verdana"/>
              </a:rPr>
              <a:t>ng/repr</a:t>
            </a:r>
            <a:r>
              <a:rPr sz="2800" spc="-35" dirty="0">
                <a:latin typeface="Verdana"/>
                <a:cs typeface="Verdana"/>
              </a:rPr>
              <a:t>i</a:t>
            </a:r>
            <a:r>
              <a:rPr sz="2800" spc="5" dirty="0">
                <a:latin typeface="Verdana"/>
                <a:cs typeface="Verdana"/>
              </a:rPr>
              <a:t>mand</a:t>
            </a:r>
            <a:r>
              <a:rPr sz="2800" spc="15" dirty="0">
                <a:latin typeface="Verdana"/>
                <a:cs typeface="Verdana"/>
              </a:rPr>
              <a:t>i</a:t>
            </a:r>
            <a:r>
              <a:rPr sz="2800" spc="35" dirty="0">
                <a:latin typeface="Verdana"/>
                <a:cs typeface="Verdana"/>
              </a:rPr>
              <a:t>ng</a:t>
            </a:r>
            <a:endParaRPr sz="2800" dirty="0">
              <a:latin typeface="Verdana"/>
              <a:cs typeface="Verdana"/>
            </a:endParaRPr>
          </a:p>
          <a:p>
            <a:pPr marL="299085" indent="-287020">
              <a:lnSpc>
                <a:spcPct val="150000"/>
              </a:lnSpc>
              <a:spcBef>
                <a:spcPts val="565"/>
              </a:spcBef>
              <a:buClr>
                <a:srgbClr val="252525"/>
              </a:buClr>
              <a:buFont typeface="Arial"/>
              <a:buChar char="•"/>
              <a:tabLst>
                <a:tab pos="299085" algn="l"/>
                <a:tab pos="299720" algn="l"/>
              </a:tabLst>
            </a:pPr>
            <a:r>
              <a:rPr sz="2400" spc="60" dirty="0">
                <a:latin typeface="Verdana"/>
                <a:cs typeface="Verdana"/>
              </a:rPr>
              <a:t>Could</a:t>
            </a:r>
            <a:r>
              <a:rPr sz="2400" spc="-185" dirty="0">
                <a:latin typeface="Verdana"/>
                <a:cs typeface="Verdana"/>
              </a:rPr>
              <a:t> </a:t>
            </a:r>
            <a:r>
              <a:rPr sz="2400" spc="-170" dirty="0">
                <a:latin typeface="Verdana"/>
                <a:cs typeface="Verdana"/>
              </a:rPr>
              <a:t>this</a:t>
            </a:r>
            <a:r>
              <a:rPr sz="2400" spc="-220" dirty="0">
                <a:latin typeface="Verdana"/>
                <a:cs typeface="Verdana"/>
              </a:rPr>
              <a:t> </a:t>
            </a:r>
            <a:r>
              <a:rPr sz="2400" spc="-20" dirty="0">
                <a:latin typeface="Verdana"/>
                <a:cs typeface="Verdana"/>
              </a:rPr>
              <a:t>email</a:t>
            </a:r>
            <a:r>
              <a:rPr sz="2400" spc="-225" dirty="0">
                <a:latin typeface="Verdana"/>
                <a:cs typeface="Verdana"/>
              </a:rPr>
              <a:t> </a:t>
            </a:r>
            <a:r>
              <a:rPr sz="2400" spc="130" dirty="0">
                <a:latin typeface="Verdana"/>
                <a:cs typeface="Verdana"/>
              </a:rPr>
              <a:t>be</a:t>
            </a:r>
            <a:r>
              <a:rPr sz="2400" spc="-180" dirty="0">
                <a:latin typeface="Verdana"/>
                <a:cs typeface="Verdana"/>
              </a:rPr>
              <a:t> </a:t>
            </a:r>
            <a:r>
              <a:rPr sz="2400" spc="-75" dirty="0">
                <a:latin typeface="Verdana"/>
                <a:cs typeface="Verdana"/>
              </a:rPr>
              <a:t>misinterpreted</a:t>
            </a:r>
            <a:r>
              <a:rPr sz="2400" spc="-180" dirty="0">
                <a:latin typeface="Verdana"/>
                <a:cs typeface="Verdana"/>
              </a:rPr>
              <a:t> </a:t>
            </a:r>
            <a:r>
              <a:rPr sz="2400" spc="-110" dirty="0">
                <a:latin typeface="Verdana"/>
                <a:cs typeface="Verdana"/>
              </a:rPr>
              <a:t>in</a:t>
            </a:r>
            <a:r>
              <a:rPr sz="2400" spc="-220" dirty="0">
                <a:latin typeface="Verdana"/>
                <a:cs typeface="Verdana"/>
              </a:rPr>
              <a:t> </a:t>
            </a:r>
            <a:r>
              <a:rPr sz="2400" spc="195" dirty="0">
                <a:latin typeface="Verdana"/>
                <a:cs typeface="Verdana"/>
              </a:rPr>
              <a:t>a</a:t>
            </a:r>
            <a:r>
              <a:rPr sz="2400" spc="-180" dirty="0">
                <a:latin typeface="Verdana"/>
                <a:cs typeface="Verdana"/>
              </a:rPr>
              <a:t> </a:t>
            </a:r>
            <a:r>
              <a:rPr sz="2400" spc="155" dirty="0">
                <a:latin typeface="Verdana"/>
                <a:cs typeface="Verdana"/>
              </a:rPr>
              <a:t>bad</a:t>
            </a:r>
            <a:r>
              <a:rPr sz="2400" spc="-175" dirty="0">
                <a:latin typeface="Verdana"/>
                <a:cs typeface="Verdana"/>
              </a:rPr>
              <a:t> </a:t>
            </a:r>
            <a:r>
              <a:rPr sz="2400" spc="45" dirty="0">
                <a:latin typeface="Verdana"/>
                <a:cs typeface="Verdana"/>
              </a:rPr>
              <a:t>way?</a:t>
            </a:r>
            <a:endParaRPr sz="2400" dirty="0">
              <a:latin typeface="Verdana"/>
              <a:cs typeface="Verdana"/>
            </a:endParaRPr>
          </a:p>
          <a:p>
            <a:pPr marL="299085" indent="-287020">
              <a:lnSpc>
                <a:spcPct val="150000"/>
              </a:lnSpc>
              <a:spcBef>
                <a:spcPts val="615"/>
              </a:spcBef>
              <a:buClr>
                <a:srgbClr val="252525"/>
              </a:buClr>
              <a:buFont typeface="Arial"/>
              <a:buChar char="•"/>
              <a:tabLst>
                <a:tab pos="299085" algn="l"/>
                <a:tab pos="299720" algn="l"/>
              </a:tabLst>
            </a:pPr>
            <a:r>
              <a:rPr sz="2400" spc="-400" dirty="0">
                <a:latin typeface="Verdana"/>
                <a:cs typeface="Verdana"/>
              </a:rPr>
              <a:t>Is</a:t>
            </a:r>
            <a:r>
              <a:rPr sz="2400" spc="-170" dirty="0">
                <a:latin typeface="Verdana"/>
                <a:cs typeface="Verdana"/>
              </a:rPr>
              <a:t> this</a:t>
            </a:r>
            <a:r>
              <a:rPr sz="2400" spc="-204" dirty="0">
                <a:latin typeface="Verdana"/>
                <a:cs typeface="Verdana"/>
              </a:rPr>
              <a:t> </a:t>
            </a:r>
            <a:r>
              <a:rPr sz="2400" spc="-60" dirty="0">
                <a:latin typeface="Verdana"/>
                <a:cs typeface="Verdana"/>
              </a:rPr>
              <a:t>information</a:t>
            </a:r>
            <a:r>
              <a:rPr sz="2400" spc="-220" dirty="0">
                <a:latin typeface="Verdana"/>
                <a:cs typeface="Verdana"/>
              </a:rPr>
              <a:t> </a:t>
            </a:r>
            <a:r>
              <a:rPr sz="2400" spc="-50" dirty="0">
                <a:latin typeface="Verdana"/>
                <a:cs typeface="Verdana"/>
              </a:rPr>
              <a:t>important</a:t>
            </a:r>
            <a:r>
              <a:rPr sz="2400" spc="-210" dirty="0">
                <a:latin typeface="Verdana"/>
                <a:cs typeface="Verdana"/>
              </a:rPr>
              <a:t> </a:t>
            </a:r>
            <a:r>
              <a:rPr sz="2400" spc="-10" dirty="0">
                <a:latin typeface="Verdana"/>
                <a:cs typeface="Verdana"/>
              </a:rPr>
              <a:t>to</a:t>
            </a:r>
            <a:r>
              <a:rPr sz="2400" spc="-170" dirty="0">
                <a:latin typeface="Verdana"/>
                <a:cs typeface="Verdana"/>
              </a:rPr>
              <a:t> </a:t>
            </a:r>
            <a:r>
              <a:rPr sz="2400" spc="-75" dirty="0">
                <a:latin typeface="Verdana"/>
                <a:cs typeface="Verdana"/>
              </a:rPr>
              <a:t>share</a:t>
            </a:r>
            <a:r>
              <a:rPr sz="2400" spc="-185" dirty="0">
                <a:latin typeface="Verdana"/>
                <a:cs typeface="Verdana"/>
              </a:rPr>
              <a:t> </a:t>
            </a:r>
            <a:r>
              <a:rPr sz="2400" spc="-110" dirty="0">
                <a:latin typeface="Verdana"/>
                <a:cs typeface="Verdana"/>
              </a:rPr>
              <a:t>in</a:t>
            </a:r>
            <a:r>
              <a:rPr sz="2400" spc="-204" dirty="0">
                <a:latin typeface="Verdana"/>
                <a:cs typeface="Verdana"/>
              </a:rPr>
              <a:t> </a:t>
            </a:r>
            <a:r>
              <a:rPr sz="2400" spc="-20" dirty="0">
                <a:latin typeface="Verdana"/>
                <a:cs typeface="Verdana"/>
              </a:rPr>
              <a:t>the</a:t>
            </a:r>
            <a:r>
              <a:rPr sz="2400" spc="-175" dirty="0">
                <a:latin typeface="Verdana"/>
                <a:cs typeface="Verdana"/>
              </a:rPr>
              <a:t> </a:t>
            </a:r>
            <a:r>
              <a:rPr sz="2400" spc="25" dirty="0">
                <a:latin typeface="Verdana"/>
                <a:cs typeface="Verdana"/>
              </a:rPr>
              <a:t>workplace?</a:t>
            </a:r>
            <a:endParaRPr sz="2400" dirty="0">
              <a:latin typeface="Verdana"/>
              <a:cs typeface="Verdana"/>
            </a:endParaRPr>
          </a:p>
          <a:p>
            <a:pPr marL="299085" indent="-287020">
              <a:lnSpc>
                <a:spcPct val="150000"/>
              </a:lnSpc>
              <a:spcBef>
                <a:spcPts val="615"/>
              </a:spcBef>
              <a:buClr>
                <a:srgbClr val="252525"/>
              </a:buClr>
              <a:buFont typeface="Arial"/>
              <a:buChar char="•"/>
              <a:tabLst>
                <a:tab pos="299085" algn="l"/>
                <a:tab pos="299720" algn="l"/>
              </a:tabLst>
            </a:pPr>
            <a:r>
              <a:rPr sz="2400" spc="60" dirty="0">
                <a:latin typeface="Verdana"/>
                <a:cs typeface="Verdana"/>
              </a:rPr>
              <a:t>Could</a:t>
            </a:r>
            <a:r>
              <a:rPr sz="2400" spc="-185" dirty="0">
                <a:latin typeface="Verdana"/>
                <a:cs typeface="Verdana"/>
              </a:rPr>
              <a:t> </a:t>
            </a:r>
            <a:r>
              <a:rPr sz="2400" spc="-170" dirty="0">
                <a:latin typeface="Verdana"/>
                <a:cs typeface="Verdana"/>
              </a:rPr>
              <a:t>this</a:t>
            </a:r>
            <a:r>
              <a:rPr sz="2400" spc="-220" dirty="0">
                <a:latin typeface="Verdana"/>
                <a:cs typeface="Verdana"/>
              </a:rPr>
              <a:t> </a:t>
            </a:r>
            <a:r>
              <a:rPr sz="2400" spc="-20" dirty="0">
                <a:latin typeface="Verdana"/>
                <a:cs typeface="Verdana"/>
              </a:rPr>
              <a:t>email</a:t>
            </a:r>
            <a:r>
              <a:rPr sz="2400" spc="-225" dirty="0">
                <a:latin typeface="Verdana"/>
                <a:cs typeface="Verdana"/>
              </a:rPr>
              <a:t> </a:t>
            </a:r>
            <a:r>
              <a:rPr sz="2400" spc="35" dirty="0">
                <a:latin typeface="Verdana"/>
                <a:cs typeface="Verdana"/>
              </a:rPr>
              <a:t>get</a:t>
            </a:r>
            <a:r>
              <a:rPr sz="2400" spc="-195" dirty="0">
                <a:latin typeface="Verdana"/>
                <a:cs typeface="Verdana"/>
              </a:rPr>
              <a:t> </a:t>
            </a:r>
            <a:r>
              <a:rPr sz="2400" spc="20" dirty="0">
                <a:latin typeface="Verdana"/>
                <a:cs typeface="Verdana"/>
              </a:rPr>
              <a:t>me</a:t>
            </a:r>
            <a:r>
              <a:rPr sz="2400" spc="-180" dirty="0">
                <a:latin typeface="Verdana"/>
                <a:cs typeface="Verdana"/>
              </a:rPr>
              <a:t> </a:t>
            </a:r>
            <a:r>
              <a:rPr sz="2400" spc="-60" dirty="0">
                <a:latin typeface="Verdana"/>
                <a:cs typeface="Verdana"/>
              </a:rPr>
              <a:t>into</a:t>
            </a:r>
            <a:r>
              <a:rPr sz="2400" spc="-204" dirty="0">
                <a:latin typeface="Verdana"/>
                <a:cs typeface="Verdana"/>
              </a:rPr>
              <a:t> </a:t>
            </a:r>
            <a:r>
              <a:rPr sz="2400" spc="-25" dirty="0">
                <a:latin typeface="Verdana"/>
                <a:cs typeface="Verdana"/>
              </a:rPr>
              <a:t>trouble?</a:t>
            </a:r>
            <a:endParaRPr sz="2400" dirty="0">
              <a:latin typeface="Verdana"/>
              <a:cs typeface="Verdana"/>
            </a:endParaRPr>
          </a:p>
        </p:txBody>
      </p:sp>
      <p:sp>
        <p:nvSpPr>
          <p:cNvPr id="4" name="object 4"/>
          <p:cNvSpPr txBox="1"/>
          <p:nvPr/>
        </p:nvSpPr>
        <p:spPr>
          <a:xfrm>
            <a:off x="3505200" y="5418130"/>
            <a:ext cx="4565015" cy="848360"/>
          </a:xfrm>
          <a:prstGeom prst="rect">
            <a:avLst/>
          </a:prstGeom>
        </p:spPr>
        <p:txBody>
          <a:bodyPr vert="horz" wrap="square" lIns="0" tIns="12700" rIns="0" bIns="0" rtlCol="0">
            <a:spAutoFit/>
          </a:bodyPr>
          <a:lstStyle/>
          <a:p>
            <a:pPr marL="12700">
              <a:lnSpc>
                <a:spcPct val="100000"/>
              </a:lnSpc>
              <a:spcBef>
                <a:spcPts val="100"/>
              </a:spcBef>
            </a:pPr>
            <a:r>
              <a:rPr sz="5400" spc="55" dirty="0">
                <a:latin typeface="Verdana"/>
                <a:cs typeface="Verdana"/>
              </a:rPr>
              <a:t>Do </a:t>
            </a:r>
            <a:r>
              <a:rPr sz="5400" spc="-210" dirty="0">
                <a:latin typeface="Verdana"/>
                <a:cs typeface="Verdana"/>
              </a:rPr>
              <a:t>NOT</a:t>
            </a:r>
            <a:r>
              <a:rPr sz="5400" spc="-940" dirty="0">
                <a:latin typeface="Verdana"/>
                <a:cs typeface="Verdana"/>
              </a:rPr>
              <a:t> </a:t>
            </a:r>
            <a:r>
              <a:rPr sz="5400" spc="-155" dirty="0">
                <a:latin typeface="Verdana"/>
                <a:cs typeface="Verdana"/>
              </a:rPr>
              <a:t>send!</a:t>
            </a:r>
            <a:endParaRPr sz="5400" dirty="0">
              <a:latin typeface="Verdana"/>
              <a:cs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0187" rIns="0" bIns="0" rtlCol="0">
            <a:spAutoFit/>
          </a:bodyPr>
          <a:lstStyle/>
          <a:p>
            <a:pPr marL="12700" marR="5080">
              <a:lnSpc>
                <a:spcPts val="4650"/>
              </a:lnSpc>
              <a:spcBef>
                <a:spcPts val="675"/>
              </a:spcBef>
            </a:pPr>
            <a:r>
              <a:rPr spc="-145" dirty="0"/>
              <a:t>Rule </a:t>
            </a:r>
            <a:r>
              <a:rPr spc="-520" dirty="0"/>
              <a:t>#7: </a:t>
            </a:r>
            <a:r>
              <a:rPr spc="40" dirty="0"/>
              <a:t>Do </a:t>
            </a:r>
            <a:r>
              <a:rPr spc="-45" dirty="0"/>
              <a:t>not </a:t>
            </a:r>
            <a:r>
              <a:rPr spc="-85" dirty="0"/>
              <a:t>Forward  </a:t>
            </a:r>
            <a:r>
              <a:rPr spc="-60" dirty="0"/>
              <a:t>unnecessary/unrelated</a:t>
            </a:r>
            <a:r>
              <a:rPr spc="-305" dirty="0"/>
              <a:t> </a:t>
            </a:r>
            <a:r>
              <a:rPr spc="-240" dirty="0"/>
              <a:t>Emails</a:t>
            </a:r>
          </a:p>
        </p:txBody>
      </p:sp>
      <p:sp>
        <p:nvSpPr>
          <p:cNvPr id="3" name="object 3"/>
          <p:cNvSpPr/>
          <p:nvPr/>
        </p:nvSpPr>
        <p:spPr>
          <a:xfrm>
            <a:off x="3040380" y="2281297"/>
            <a:ext cx="6111239" cy="3884677"/>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539" y="945006"/>
            <a:ext cx="9533890" cy="680720"/>
          </a:xfrm>
          <a:prstGeom prst="rect">
            <a:avLst/>
          </a:prstGeom>
        </p:spPr>
        <p:txBody>
          <a:bodyPr vert="horz" wrap="square" lIns="0" tIns="12065" rIns="0" bIns="0" rtlCol="0">
            <a:spAutoFit/>
          </a:bodyPr>
          <a:lstStyle/>
          <a:p>
            <a:pPr marL="12700">
              <a:lnSpc>
                <a:spcPct val="100000"/>
              </a:lnSpc>
              <a:spcBef>
                <a:spcPts val="95"/>
              </a:spcBef>
            </a:pPr>
            <a:r>
              <a:rPr spc="-85" dirty="0"/>
              <a:t>Grammar, </a:t>
            </a:r>
            <a:r>
              <a:rPr spc="-150" dirty="0"/>
              <a:t>Spelling </a:t>
            </a:r>
            <a:r>
              <a:rPr spc="165" dirty="0"/>
              <a:t>and</a:t>
            </a:r>
            <a:r>
              <a:rPr spc="-735" dirty="0"/>
              <a:t> </a:t>
            </a:r>
            <a:r>
              <a:rPr spc="-15" dirty="0"/>
              <a:t>Punctuation</a:t>
            </a:r>
          </a:p>
        </p:txBody>
      </p:sp>
      <p:sp>
        <p:nvSpPr>
          <p:cNvPr id="3" name="object 3"/>
          <p:cNvSpPr txBox="1"/>
          <p:nvPr/>
        </p:nvSpPr>
        <p:spPr>
          <a:xfrm>
            <a:off x="1145539" y="1724990"/>
            <a:ext cx="9532620" cy="4680192"/>
          </a:xfrm>
          <a:prstGeom prst="rect">
            <a:avLst/>
          </a:prstGeom>
        </p:spPr>
        <p:txBody>
          <a:bodyPr vert="horz" wrap="square" lIns="0" tIns="12065" rIns="0" bIns="0" rtlCol="0">
            <a:spAutoFit/>
          </a:bodyPr>
          <a:lstStyle/>
          <a:p>
            <a:pPr marL="299085" marR="1603375" indent="-287020">
              <a:lnSpc>
                <a:spcPct val="150000"/>
              </a:lnSpc>
              <a:spcBef>
                <a:spcPts val="95"/>
              </a:spcBef>
              <a:buClr>
                <a:srgbClr val="252525"/>
              </a:buClr>
              <a:buFont typeface="Arial"/>
              <a:buChar char="•"/>
              <a:tabLst>
                <a:tab pos="299085" algn="l"/>
                <a:tab pos="299720" algn="l"/>
              </a:tabLst>
            </a:pPr>
            <a:r>
              <a:rPr sz="2800" spc="-55" dirty="0">
                <a:latin typeface="Verdana"/>
                <a:cs typeface="Verdana"/>
              </a:rPr>
              <a:t>Always</a:t>
            </a:r>
            <a:r>
              <a:rPr sz="2800" spc="-210" dirty="0">
                <a:latin typeface="Verdana"/>
                <a:cs typeface="Verdana"/>
              </a:rPr>
              <a:t> </a:t>
            </a:r>
            <a:r>
              <a:rPr sz="2800" spc="-5" dirty="0">
                <a:latin typeface="Verdana"/>
                <a:cs typeface="Verdana"/>
              </a:rPr>
              <a:t>reread</a:t>
            </a:r>
            <a:r>
              <a:rPr sz="2800" spc="-204" dirty="0">
                <a:latin typeface="Verdana"/>
                <a:cs typeface="Verdana"/>
              </a:rPr>
              <a:t> </a:t>
            </a:r>
            <a:r>
              <a:rPr sz="2800" spc="-120" dirty="0">
                <a:latin typeface="Verdana"/>
                <a:cs typeface="Verdana"/>
              </a:rPr>
              <a:t>your</a:t>
            </a:r>
            <a:r>
              <a:rPr sz="2800" spc="-215" dirty="0">
                <a:latin typeface="Verdana"/>
                <a:cs typeface="Verdana"/>
              </a:rPr>
              <a:t> </a:t>
            </a:r>
            <a:r>
              <a:rPr sz="2800" spc="-30" dirty="0">
                <a:latin typeface="Verdana"/>
                <a:cs typeface="Verdana"/>
              </a:rPr>
              <a:t>email</a:t>
            </a:r>
            <a:r>
              <a:rPr sz="2800" spc="-210" dirty="0">
                <a:latin typeface="Verdana"/>
                <a:cs typeface="Verdana"/>
              </a:rPr>
              <a:t> </a:t>
            </a:r>
            <a:r>
              <a:rPr sz="2800" spc="229" dirty="0">
                <a:latin typeface="Verdana"/>
                <a:cs typeface="Verdana"/>
              </a:rPr>
              <a:t>a</a:t>
            </a:r>
            <a:r>
              <a:rPr sz="2800" spc="-215" dirty="0">
                <a:latin typeface="Verdana"/>
                <a:cs typeface="Verdana"/>
              </a:rPr>
              <a:t> </a:t>
            </a:r>
            <a:r>
              <a:rPr sz="2800" spc="25" dirty="0">
                <a:latin typeface="Verdana"/>
                <a:cs typeface="Verdana"/>
              </a:rPr>
              <a:t>few</a:t>
            </a:r>
            <a:r>
              <a:rPr sz="2800" spc="-215" dirty="0">
                <a:latin typeface="Verdana"/>
                <a:cs typeface="Verdana"/>
              </a:rPr>
              <a:t> </a:t>
            </a:r>
            <a:r>
              <a:rPr sz="2800" spc="-135" dirty="0">
                <a:latin typeface="Verdana"/>
                <a:cs typeface="Verdana"/>
              </a:rPr>
              <a:t>times</a:t>
            </a:r>
            <a:r>
              <a:rPr sz="2800" spc="-225" dirty="0">
                <a:latin typeface="Verdana"/>
                <a:cs typeface="Verdana"/>
              </a:rPr>
              <a:t> </a:t>
            </a:r>
            <a:r>
              <a:rPr sz="2800" spc="-15" dirty="0">
                <a:latin typeface="Verdana"/>
                <a:cs typeface="Verdana"/>
              </a:rPr>
              <a:t>to</a:t>
            </a:r>
            <a:r>
              <a:rPr sz="2800" spc="-210" dirty="0">
                <a:latin typeface="Verdana"/>
                <a:cs typeface="Verdana"/>
              </a:rPr>
              <a:t> </a:t>
            </a:r>
            <a:r>
              <a:rPr sz="2800" spc="-50" dirty="0">
                <a:latin typeface="Verdana"/>
                <a:cs typeface="Verdana"/>
              </a:rPr>
              <a:t>find  </a:t>
            </a:r>
            <a:r>
              <a:rPr sz="2800" dirty="0">
                <a:latin typeface="Verdana"/>
                <a:cs typeface="Verdana"/>
              </a:rPr>
              <a:t>grammatical </a:t>
            </a:r>
            <a:r>
              <a:rPr sz="2800" spc="105" dirty="0">
                <a:latin typeface="Verdana"/>
                <a:cs typeface="Verdana"/>
              </a:rPr>
              <a:t>and </a:t>
            </a:r>
            <a:r>
              <a:rPr sz="2800" spc="-80" dirty="0">
                <a:latin typeface="Verdana"/>
                <a:cs typeface="Verdana"/>
              </a:rPr>
              <a:t>spelling</a:t>
            </a:r>
            <a:r>
              <a:rPr sz="2800" spc="-720" dirty="0">
                <a:latin typeface="Verdana"/>
                <a:cs typeface="Verdana"/>
              </a:rPr>
              <a:t> </a:t>
            </a:r>
            <a:r>
              <a:rPr sz="2800" spc="-195" dirty="0">
                <a:latin typeface="Verdana"/>
                <a:cs typeface="Verdana"/>
              </a:rPr>
              <a:t>errors</a:t>
            </a:r>
            <a:endParaRPr sz="2800" dirty="0">
              <a:latin typeface="Verdana"/>
              <a:cs typeface="Verdana"/>
            </a:endParaRPr>
          </a:p>
          <a:p>
            <a:pPr marL="299085" marR="94615" indent="-287020">
              <a:lnSpc>
                <a:spcPct val="150000"/>
              </a:lnSpc>
              <a:spcBef>
                <a:spcPts val="905"/>
              </a:spcBef>
              <a:buClr>
                <a:srgbClr val="252525"/>
              </a:buClr>
              <a:buFont typeface="Arial"/>
              <a:buChar char="•"/>
              <a:tabLst>
                <a:tab pos="299085" algn="l"/>
                <a:tab pos="299720" algn="l"/>
              </a:tabLst>
            </a:pPr>
            <a:r>
              <a:rPr sz="2800" spc="-130" dirty="0">
                <a:latin typeface="Verdana"/>
                <a:cs typeface="Verdana"/>
              </a:rPr>
              <a:t>Spell</a:t>
            </a:r>
            <a:r>
              <a:rPr sz="2800" spc="-200" dirty="0">
                <a:latin typeface="Verdana"/>
                <a:cs typeface="Verdana"/>
              </a:rPr>
              <a:t> </a:t>
            </a:r>
            <a:r>
              <a:rPr sz="2800" spc="5" dirty="0">
                <a:latin typeface="Verdana"/>
                <a:cs typeface="Verdana"/>
              </a:rPr>
              <a:t>check:</a:t>
            </a:r>
            <a:r>
              <a:rPr sz="2800" spc="-195" dirty="0">
                <a:latin typeface="Verdana"/>
                <a:cs typeface="Verdana"/>
              </a:rPr>
              <a:t> </a:t>
            </a:r>
            <a:r>
              <a:rPr sz="2800" spc="-70" dirty="0">
                <a:latin typeface="Verdana"/>
                <a:cs typeface="Verdana"/>
              </a:rPr>
              <a:t>all</a:t>
            </a:r>
            <a:r>
              <a:rPr sz="2800" spc="-204" dirty="0">
                <a:latin typeface="Verdana"/>
                <a:cs typeface="Verdana"/>
              </a:rPr>
              <a:t> </a:t>
            </a:r>
            <a:r>
              <a:rPr sz="2800" spc="-30" dirty="0">
                <a:latin typeface="Verdana"/>
                <a:cs typeface="Verdana"/>
              </a:rPr>
              <a:t>email</a:t>
            </a:r>
            <a:r>
              <a:rPr sz="2800" spc="-215" dirty="0">
                <a:latin typeface="Verdana"/>
                <a:cs typeface="Verdana"/>
              </a:rPr>
              <a:t> </a:t>
            </a:r>
            <a:r>
              <a:rPr sz="2800" spc="45" dirty="0">
                <a:latin typeface="Verdana"/>
                <a:cs typeface="Verdana"/>
              </a:rPr>
              <a:t>accounts</a:t>
            </a:r>
            <a:r>
              <a:rPr sz="2800" spc="-190" dirty="0">
                <a:latin typeface="Verdana"/>
                <a:cs typeface="Verdana"/>
              </a:rPr>
              <a:t> </a:t>
            </a:r>
            <a:r>
              <a:rPr sz="2800" spc="-75" dirty="0">
                <a:latin typeface="Verdana"/>
                <a:cs typeface="Verdana"/>
              </a:rPr>
              <a:t>should</a:t>
            </a:r>
            <a:r>
              <a:rPr sz="2800" spc="-210" dirty="0">
                <a:latin typeface="Verdana"/>
                <a:cs typeface="Verdana"/>
              </a:rPr>
              <a:t> </a:t>
            </a:r>
            <a:r>
              <a:rPr sz="2800" spc="135" dirty="0">
                <a:latin typeface="Verdana"/>
                <a:cs typeface="Verdana"/>
              </a:rPr>
              <a:t>come</a:t>
            </a:r>
            <a:r>
              <a:rPr sz="2800" spc="-210" dirty="0">
                <a:latin typeface="Verdana"/>
                <a:cs typeface="Verdana"/>
              </a:rPr>
              <a:t> </a:t>
            </a:r>
            <a:r>
              <a:rPr sz="2800" spc="-100" dirty="0">
                <a:latin typeface="Verdana"/>
                <a:cs typeface="Verdana"/>
              </a:rPr>
              <a:t>with</a:t>
            </a:r>
            <a:r>
              <a:rPr sz="2800" spc="-210" dirty="0">
                <a:latin typeface="Verdana"/>
                <a:cs typeface="Verdana"/>
              </a:rPr>
              <a:t> </a:t>
            </a:r>
            <a:r>
              <a:rPr sz="2800" spc="-204" dirty="0">
                <a:latin typeface="Verdana"/>
                <a:cs typeface="Verdana"/>
              </a:rPr>
              <a:t>this  </a:t>
            </a:r>
            <a:r>
              <a:rPr sz="2800" spc="-60" dirty="0">
                <a:latin typeface="Verdana"/>
                <a:cs typeface="Verdana"/>
              </a:rPr>
              <a:t>feature. </a:t>
            </a:r>
            <a:r>
              <a:rPr sz="2800" spc="-150" dirty="0">
                <a:latin typeface="Verdana"/>
                <a:cs typeface="Verdana"/>
              </a:rPr>
              <a:t>Use</a:t>
            </a:r>
            <a:r>
              <a:rPr sz="2800" spc="-330" dirty="0">
                <a:latin typeface="Verdana"/>
                <a:cs typeface="Verdana"/>
              </a:rPr>
              <a:t> </a:t>
            </a:r>
            <a:r>
              <a:rPr sz="2800" spc="-210" dirty="0">
                <a:latin typeface="Verdana"/>
                <a:cs typeface="Verdana"/>
              </a:rPr>
              <a:t>it!</a:t>
            </a:r>
            <a:endParaRPr sz="2800" dirty="0">
              <a:latin typeface="Verdana"/>
              <a:cs typeface="Verdana"/>
            </a:endParaRPr>
          </a:p>
          <a:p>
            <a:pPr marL="299085" marR="5080" indent="-287020">
              <a:lnSpc>
                <a:spcPct val="150000"/>
              </a:lnSpc>
              <a:spcBef>
                <a:spcPts val="900"/>
              </a:spcBef>
              <a:buClr>
                <a:srgbClr val="252525"/>
              </a:buClr>
              <a:buFont typeface="Arial"/>
              <a:buChar char="•"/>
              <a:tabLst>
                <a:tab pos="299085" algn="l"/>
                <a:tab pos="299720" algn="l"/>
              </a:tabLst>
            </a:pPr>
            <a:r>
              <a:rPr sz="2800" spc="30" dirty="0">
                <a:latin typeface="Verdana"/>
                <a:cs typeface="Verdana"/>
              </a:rPr>
              <a:t>Avoid</a:t>
            </a:r>
            <a:r>
              <a:rPr sz="2800" spc="-220" dirty="0">
                <a:latin typeface="Verdana"/>
                <a:cs typeface="Verdana"/>
              </a:rPr>
              <a:t> </a:t>
            </a:r>
            <a:r>
              <a:rPr sz="2800" spc="-114" dirty="0">
                <a:latin typeface="Verdana"/>
                <a:cs typeface="Verdana"/>
              </a:rPr>
              <a:t>using</a:t>
            </a:r>
            <a:r>
              <a:rPr sz="2800" spc="-210" dirty="0">
                <a:latin typeface="Verdana"/>
                <a:cs typeface="Verdana"/>
              </a:rPr>
              <a:t> </a:t>
            </a:r>
            <a:r>
              <a:rPr sz="2800" spc="-65" dirty="0">
                <a:latin typeface="Verdana"/>
                <a:cs typeface="Verdana"/>
              </a:rPr>
              <a:t>all</a:t>
            </a:r>
            <a:r>
              <a:rPr sz="2800" spc="-204" dirty="0">
                <a:latin typeface="Verdana"/>
                <a:cs typeface="Verdana"/>
              </a:rPr>
              <a:t> </a:t>
            </a:r>
            <a:r>
              <a:rPr sz="2800" spc="55" dirty="0">
                <a:latin typeface="Verdana"/>
                <a:cs typeface="Verdana"/>
              </a:rPr>
              <a:t>capital</a:t>
            </a:r>
            <a:r>
              <a:rPr sz="2800" spc="-210" dirty="0">
                <a:latin typeface="Verdana"/>
                <a:cs typeface="Verdana"/>
              </a:rPr>
              <a:t> </a:t>
            </a:r>
            <a:r>
              <a:rPr sz="2800" spc="-140" dirty="0">
                <a:latin typeface="Verdana"/>
                <a:cs typeface="Verdana"/>
              </a:rPr>
              <a:t>letters</a:t>
            </a:r>
            <a:r>
              <a:rPr sz="2800" spc="-180" dirty="0">
                <a:latin typeface="Verdana"/>
                <a:cs typeface="Verdana"/>
              </a:rPr>
              <a:t> </a:t>
            </a:r>
            <a:r>
              <a:rPr sz="2800" spc="5" dirty="0">
                <a:latin typeface="Verdana"/>
                <a:cs typeface="Verdana"/>
              </a:rPr>
              <a:t>which</a:t>
            </a:r>
            <a:r>
              <a:rPr sz="2800" spc="-210" dirty="0">
                <a:latin typeface="Verdana"/>
                <a:cs typeface="Verdana"/>
              </a:rPr>
              <a:t> </a:t>
            </a:r>
            <a:r>
              <a:rPr sz="2800" spc="-15" dirty="0">
                <a:latin typeface="Verdana"/>
                <a:cs typeface="Verdana"/>
              </a:rPr>
              <a:t>may</a:t>
            </a:r>
            <a:r>
              <a:rPr sz="2800" spc="-210" dirty="0">
                <a:latin typeface="Verdana"/>
                <a:cs typeface="Verdana"/>
              </a:rPr>
              <a:t> </a:t>
            </a:r>
            <a:r>
              <a:rPr sz="2800" spc="135" dirty="0">
                <a:latin typeface="Verdana"/>
                <a:cs typeface="Verdana"/>
              </a:rPr>
              <a:t>come</a:t>
            </a:r>
            <a:r>
              <a:rPr sz="2800" spc="-204" dirty="0">
                <a:latin typeface="Verdana"/>
                <a:cs typeface="Verdana"/>
              </a:rPr>
              <a:t> </a:t>
            </a:r>
            <a:r>
              <a:rPr sz="2800" spc="-75" dirty="0">
                <a:latin typeface="Verdana"/>
                <a:cs typeface="Verdana"/>
              </a:rPr>
              <a:t>across  </a:t>
            </a:r>
            <a:r>
              <a:rPr sz="2800" spc="-80" dirty="0">
                <a:latin typeface="Verdana"/>
                <a:cs typeface="Verdana"/>
              </a:rPr>
              <a:t>as </a:t>
            </a:r>
            <a:r>
              <a:rPr sz="2800" spc="-105" dirty="0">
                <a:latin typeface="Verdana"/>
                <a:cs typeface="Verdana"/>
              </a:rPr>
              <a:t>yelling. </a:t>
            </a:r>
            <a:r>
              <a:rPr sz="2800" spc="20" dirty="0">
                <a:latin typeface="Verdana"/>
                <a:cs typeface="Verdana"/>
              </a:rPr>
              <a:t>“How </a:t>
            </a:r>
            <a:r>
              <a:rPr sz="2800" dirty="0">
                <a:latin typeface="Verdana"/>
                <a:cs typeface="Verdana"/>
              </a:rPr>
              <a:t>are </a:t>
            </a:r>
            <a:r>
              <a:rPr sz="2800" spc="15" dirty="0">
                <a:latin typeface="Verdana"/>
                <a:cs typeface="Verdana"/>
              </a:rPr>
              <a:t>you?” </a:t>
            </a:r>
            <a:r>
              <a:rPr sz="2800" spc="-465" dirty="0">
                <a:latin typeface="Verdana"/>
                <a:cs typeface="Verdana"/>
              </a:rPr>
              <a:t>Is </a:t>
            </a:r>
            <a:r>
              <a:rPr sz="2800" spc="25" dirty="0">
                <a:latin typeface="Verdana"/>
                <a:cs typeface="Verdana"/>
              </a:rPr>
              <a:t>much </a:t>
            </a:r>
            <a:r>
              <a:rPr sz="2800" spc="-45" dirty="0">
                <a:latin typeface="Verdana"/>
                <a:cs typeface="Verdana"/>
              </a:rPr>
              <a:t>more </a:t>
            </a:r>
            <a:r>
              <a:rPr sz="2800" spc="-80" dirty="0">
                <a:latin typeface="Verdana"/>
                <a:cs typeface="Verdana"/>
              </a:rPr>
              <a:t>professional  </a:t>
            </a:r>
            <a:r>
              <a:rPr sz="2800" spc="-15" dirty="0">
                <a:latin typeface="Verdana"/>
                <a:cs typeface="Verdana"/>
              </a:rPr>
              <a:t>than </a:t>
            </a:r>
            <a:r>
              <a:rPr sz="2800" spc="15" dirty="0">
                <a:latin typeface="Verdana"/>
                <a:cs typeface="Verdana"/>
              </a:rPr>
              <a:t>“HOW </a:t>
            </a:r>
            <a:r>
              <a:rPr sz="2800" spc="-130" dirty="0">
                <a:latin typeface="Verdana"/>
                <a:cs typeface="Verdana"/>
              </a:rPr>
              <a:t>ARE</a:t>
            </a:r>
            <a:r>
              <a:rPr sz="2800" spc="-620" dirty="0">
                <a:latin typeface="Verdana"/>
                <a:cs typeface="Verdana"/>
              </a:rPr>
              <a:t> </a:t>
            </a:r>
            <a:r>
              <a:rPr sz="2800" spc="30" dirty="0">
                <a:latin typeface="Verdana"/>
                <a:cs typeface="Verdana"/>
              </a:rPr>
              <a:t>YOU?”</a:t>
            </a:r>
            <a:endParaRPr sz="2800" dirty="0">
              <a:latin typeface="Verdana"/>
              <a:cs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539" y="901700"/>
            <a:ext cx="3332479" cy="756920"/>
          </a:xfrm>
          <a:prstGeom prst="rect">
            <a:avLst/>
          </a:prstGeom>
        </p:spPr>
        <p:txBody>
          <a:bodyPr vert="horz" wrap="square" lIns="0" tIns="12700" rIns="0" bIns="0" rtlCol="0">
            <a:spAutoFit/>
          </a:bodyPr>
          <a:lstStyle/>
          <a:p>
            <a:pPr marL="12700">
              <a:lnSpc>
                <a:spcPct val="100000"/>
              </a:lnSpc>
              <a:spcBef>
                <a:spcPts val="100"/>
              </a:spcBef>
            </a:pPr>
            <a:r>
              <a:rPr sz="4800" spc="-90" dirty="0"/>
              <a:t>Forwarding</a:t>
            </a:r>
            <a:endParaRPr sz="4800" dirty="0"/>
          </a:p>
        </p:txBody>
      </p:sp>
      <p:sp>
        <p:nvSpPr>
          <p:cNvPr id="3" name="object 3"/>
          <p:cNvSpPr txBox="1"/>
          <p:nvPr/>
        </p:nvSpPr>
        <p:spPr>
          <a:xfrm>
            <a:off x="1145539" y="2127631"/>
            <a:ext cx="9543415" cy="2983958"/>
          </a:xfrm>
          <a:prstGeom prst="rect">
            <a:avLst/>
          </a:prstGeom>
        </p:spPr>
        <p:txBody>
          <a:bodyPr vert="horz" wrap="square" lIns="0" tIns="13335" rIns="0" bIns="0" rtlCol="0">
            <a:spAutoFit/>
          </a:bodyPr>
          <a:lstStyle/>
          <a:p>
            <a:pPr marL="195580" marR="64135" indent="-183515">
              <a:lnSpc>
                <a:spcPct val="150000"/>
              </a:lnSpc>
              <a:spcBef>
                <a:spcPts val="105"/>
              </a:spcBef>
              <a:buClr>
                <a:srgbClr val="252525"/>
              </a:buClr>
              <a:buFont typeface="Arial"/>
              <a:buChar char="◦"/>
              <a:tabLst>
                <a:tab pos="196215" algn="l"/>
              </a:tabLst>
            </a:pPr>
            <a:r>
              <a:rPr sz="3200" spc="-530" dirty="0">
                <a:latin typeface="Verdana"/>
                <a:cs typeface="Verdana"/>
              </a:rPr>
              <a:t>Is</a:t>
            </a:r>
            <a:r>
              <a:rPr sz="3200" spc="-250" dirty="0">
                <a:latin typeface="Verdana"/>
                <a:cs typeface="Verdana"/>
              </a:rPr>
              <a:t> </a:t>
            </a:r>
            <a:r>
              <a:rPr sz="3200" spc="-210" dirty="0">
                <a:latin typeface="Verdana"/>
                <a:cs typeface="Verdana"/>
              </a:rPr>
              <a:t>it</a:t>
            </a:r>
            <a:r>
              <a:rPr sz="3200" spc="-245" dirty="0">
                <a:latin typeface="Verdana"/>
                <a:cs typeface="Verdana"/>
              </a:rPr>
              <a:t> </a:t>
            </a:r>
            <a:r>
              <a:rPr sz="3200" spc="265" dirty="0">
                <a:latin typeface="Verdana"/>
                <a:cs typeface="Verdana"/>
              </a:rPr>
              <a:t>a</a:t>
            </a:r>
            <a:r>
              <a:rPr sz="3200" spc="-240" dirty="0">
                <a:latin typeface="Verdana"/>
                <a:cs typeface="Verdana"/>
              </a:rPr>
              <a:t> </a:t>
            </a:r>
            <a:r>
              <a:rPr sz="3200" spc="165" dirty="0">
                <a:latin typeface="Verdana"/>
                <a:cs typeface="Verdana"/>
              </a:rPr>
              <a:t>good</a:t>
            </a:r>
            <a:r>
              <a:rPr sz="3200" spc="-240" dirty="0">
                <a:latin typeface="Verdana"/>
                <a:cs typeface="Verdana"/>
              </a:rPr>
              <a:t> </a:t>
            </a:r>
            <a:r>
              <a:rPr sz="3200" spc="95" dirty="0">
                <a:latin typeface="Verdana"/>
                <a:cs typeface="Verdana"/>
              </a:rPr>
              <a:t>idea</a:t>
            </a:r>
            <a:r>
              <a:rPr sz="3200" spc="-265" dirty="0">
                <a:latin typeface="Verdana"/>
                <a:cs typeface="Verdana"/>
              </a:rPr>
              <a:t> </a:t>
            </a:r>
            <a:r>
              <a:rPr sz="3200" spc="-10" dirty="0">
                <a:latin typeface="Verdana"/>
                <a:cs typeface="Verdana"/>
              </a:rPr>
              <a:t>to</a:t>
            </a:r>
            <a:r>
              <a:rPr sz="3200" spc="-240" dirty="0">
                <a:latin typeface="Verdana"/>
                <a:cs typeface="Verdana"/>
              </a:rPr>
              <a:t> </a:t>
            </a:r>
            <a:r>
              <a:rPr sz="3200" spc="-40" dirty="0">
                <a:latin typeface="Verdana"/>
                <a:cs typeface="Verdana"/>
              </a:rPr>
              <a:t>forward</a:t>
            </a:r>
            <a:r>
              <a:rPr sz="3200" spc="-250" dirty="0">
                <a:latin typeface="Verdana"/>
                <a:cs typeface="Verdana"/>
              </a:rPr>
              <a:t> </a:t>
            </a:r>
            <a:r>
              <a:rPr sz="3200" spc="-100" dirty="0">
                <a:latin typeface="Verdana"/>
                <a:cs typeface="Verdana"/>
              </a:rPr>
              <a:t>emails</a:t>
            </a:r>
            <a:r>
              <a:rPr sz="3200" spc="-240" dirty="0">
                <a:latin typeface="Verdana"/>
                <a:cs typeface="Verdana"/>
              </a:rPr>
              <a:t> </a:t>
            </a:r>
            <a:r>
              <a:rPr sz="3200" spc="-45" dirty="0">
                <a:latin typeface="Verdana"/>
                <a:cs typeface="Verdana"/>
              </a:rPr>
              <a:t>that</a:t>
            </a:r>
            <a:r>
              <a:rPr sz="3200" spc="-240" dirty="0">
                <a:latin typeface="Verdana"/>
                <a:cs typeface="Verdana"/>
              </a:rPr>
              <a:t> </a:t>
            </a:r>
            <a:r>
              <a:rPr sz="3200" spc="-100" dirty="0">
                <a:latin typeface="Verdana"/>
                <a:cs typeface="Verdana"/>
              </a:rPr>
              <a:t>promise  </a:t>
            </a:r>
            <a:r>
              <a:rPr sz="3200" spc="-5" dirty="0">
                <a:latin typeface="Verdana"/>
                <a:cs typeface="Verdana"/>
              </a:rPr>
              <a:t>money </a:t>
            </a:r>
            <a:r>
              <a:rPr sz="3200" spc="-125" dirty="0">
                <a:latin typeface="Verdana"/>
                <a:cs typeface="Verdana"/>
              </a:rPr>
              <a:t>or</a:t>
            </a:r>
            <a:r>
              <a:rPr sz="3200" spc="-509" dirty="0">
                <a:latin typeface="Verdana"/>
                <a:cs typeface="Verdana"/>
              </a:rPr>
              <a:t> </a:t>
            </a:r>
            <a:r>
              <a:rPr sz="3200" spc="65" dirty="0">
                <a:latin typeface="Verdana"/>
                <a:cs typeface="Verdana"/>
              </a:rPr>
              <a:t>goods?</a:t>
            </a:r>
            <a:endParaRPr sz="3200" dirty="0">
              <a:latin typeface="Verdana"/>
              <a:cs typeface="Verdana"/>
            </a:endParaRPr>
          </a:p>
          <a:p>
            <a:pPr marL="195580" marR="5080" indent="-183515">
              <a:lnSpc>
                <a:spcPct val="150000"/>
              </a:lnSpc>
              <a:spcBef>
                <a:spcPts val="900"/>
              </a:spcBef>
              <a:buClr>
                <a:srgbClr val="252525"/>
              </a:buClr>
              <a:buFont typeface="Arial"/>
              <a:buChar char="◦"/>
              <a:tabLst>
                <a:tab pos="196215" algn="l"/>
              </a:tabLst>
            </a:pPr>
            <a:r>
              <a:rPr sz="3200" spc="-110" dirty="0">
                <a:latin typeface="Verdana"/>
                <a:cs typeface="Verdana"/>
              </a:rPr>
              <a:t>Should</a:t>
            </a:r>
            <a:r>
              <a:rPr sz="3200" spc="-240" dirty="0">
                <a:latin typeface="Verdana"/>
                <a:cs typeface="Verdana"/>
              </a:rPr>
              <a:t> </a:t>
            </a:r>
            <a:r>
              <a:rPr sz="3200" spc="-40" dirty="0">
                <a:latin typeface="Verdana"/>
                <a:cs typeface="Verdana"/>
              </a:rPr>
              <a:t>you</a:t>
            </a:r>
            <a:r>
              <a:rPr sz="3200" spc="-235" dirty="0">
                <a:latin typeface="Verdana"/>
                <a:cs typeface="Verdana"/>
              </a:rPr>
              <a:t> </a:t>
            </a:r>
            <a:r>
              <a:rPr sz="3200" spc="-40" dirty="0">
                <a:latin typeface="Verdana"/>
                <a:cs typeface="Verdana"/>
              </a:rPr>
              <a:t>forward</a:t>
            </a:r>
            <a:r>
              <a:rPr sz="3200" spc="-254" dirty="0">
                <a:latin typeface="Verdana"/>
                <a:cs typeface="Verdana"/>
              </a:rPr>
              <a:t> </a:t>
            </a:r>
            <a:r>
              <a:rPr sz="3200" spc="-100" dirty="0">
                <a:latin typeface="Verdana"/>
                <a:cs typeface="Verdana"/>
              </a:rPr>
              <a:t>emails</a:t>
            </a:r>
            <a:r>
              <a:rPr sz="3200" spc="-235" dirty="0">
                <a:latin typeface="Verdana"/>
                <a:cs typeface="Verdana"/>
              </a:rPr>
              <a:t> </a:t>
            </a:r>
            <a:r>
              <a:rPr sz="3200" spc="-20" dirty="0">
                <a:latin typeface="Verdana"/>
                <a:cs typeface="Verdana"/>
              </a:rPr>
              <a:t>to</a:t>
            </a:r>
            <a:r>
              <a:rPr sz="3200" spc="-235" dirty="0">
                <a:latin typeface="Verdana"/>
                <a:cs typeface="Verdana"/>
              </a:rPr>
              <a:t> </a:t>
            </a:r>
            <a:r>
              <a:rPr sz="3200" spc="-85" dirty="0">
                <a:latin typeface="Verdana"/>
                <a:cs typeface="Verdana"/>
              </a:rPr>
              <a:t>as</a:t>
            </a:r>
            <a:r>
              <a:rPr sz="3200" spc="-240" dirty="0">
                <a:latin typeface="Verdana"/>
                <a:cs typeface="Verdana"/>
              </a:rPr>
              <a:t> </a:t>
            </a:r>
            <a:r>
              <a:rPr sz="3200" spc="-25" dirty="0">
                <a:latin typeface="Verdana"/>
                <a:cs typeface="Verdana"/>
              </a:rPr>
              <a:t>many</a:t>
            </a:r>
            <a:r>
              <a:rPr sz="3200" spc="-254" dirty="0">
                <a:latin typeface="Verdana"/>
                <a:cs typeface="Verdana"/>
              </a:rPr>
              <a:t> </a:t>
            </a:r>
            <a:r>
              <a:rPr sz="3200" spc="45" dirty="0">
                <a:latin typeface="Verdana"/>
                <a:cs typeface="Verdana"/>
              </a:rPr>
              <a:t>contacts  </a:t>
            </a:r>
            <a:r>
              <a:rPr sz="3200" spc="-80" dirty="0">
                <a:latin typeface="Verdana"/>
                <a:cs typeface="Verdana"/>
              </a:rPr>
              <a:t>as</a:t>
            </a:r>
            <a:r>
              <a:rPr sz="3200" spc="-260" dirty="0">
                <a:latin typeface="Verdana"/>
                <a:cs typeface="Verdana"/>
              </a:rPr>
              <a:t> </a:t>
            </a:r>
            <a:r>
              <a:rPr sz="3200" spc="-55" dirty="0">
                <a:latin typeface="Verdana"/>
                <a:cs typeface="Verdana"/>
              </a:rPr>
              <a:t>possible?</a:t>
            </a:r>
            <a:endParaRPr sz="3200" dirty="0">
              <a:latin typeface="Verdana"/>
              <a:cs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539" y="900176"/>
            <a:ext cx="5942965" cy="756920"/>
          </a:xfrm>
          <a:prstGeom prst="rect">
            <a:avLst/>
          </a:prstGeom>
        </p:spPr>
        <p:txBody>
          <a:bodyPr vert="horz" wrap="square" lIns="0" tIns="12700" rIns="0" bIns="0" rtlCol="0">
            <a:spAutoFit/>
          </a:bodyPr>
          <a:lstStyle/>
          <a:p>
            <a:pPr marL="12700">
              <a:lnSpc>
                <a:spcPct val="100000"/>
              </a:lnSpc>
              <a:spcBef>
                <a:spcPts val="100"/>
              </a:spcBef>
            </a:pPr>
            <a:r>
              <a:rPr sz="4800" spc="-260" dirty="0"/>
              <a:t>Rules </a:t>
            </a:r>
            <a:r>
              <a:rPr sz="4800" spc="-185" dirty="0"/>
              <a:t>for</a:t>
            </a:r>
            <a:r>
              <a:rPr sz="4800" spc="-509" dirty="0"/>
              <a:t> </a:t>
            </a:r>
            <a:r>
              <a:rPr sz="4800" spc="-90" dirty="0"/>
              <a:t>Forwarding</a:t>
            </a:r>
            <a:endParaRPr sz="4800"/>
          </a:p>
        </p:txBody>
      </p:sp>
      <p:sp>
        <p:nvSpPr>
          <p:cNvPr id="3" name="object 3"/>
          <p:cNvSpPr txBox="1"/>
          <p:nvPr/>
        </p:nvSpPr>
        <p:spPr>
          <a:xfrm>
            <a:off x="1145539" y="1820088"/>
            <a:ext cx="9855200" cy="4137736"/>
          </a:xfrm>
          <a:prstGeom prst="rect">
            <a:avLst/>
          </a:prstGeom>
        </p:spPr>
        <p:txBody>
          <a:bodyPr vert="horz" wrap="square" lIns="0" tIns="12065" rIns="0" bIns="0" rtlCol="0">
            <a:spAutoFit/>
          </a:bodyPr>
          <a:lstStyle/>
          <a:p>
            <a:pPr marL="12700" marR="5080">
              <a:lnSpc>
                <a:spcPct val="150000"/>
              </a:lnSpc>
              <a:spcBef>
                <a:spcPts val="95"/>
              </a:spcBef>
            </a:pPr>
            <a:r>
              <a:rPr sz="2800" spc="-225" dirty="0">
                <a:latin typeface="Verdana"/>
                <a:cs typeface="Verdana"/>
              </a:rPr>
              <a:t>Think</a:t>
            </a:r>
            <a:r>
              <a:rPr sz="2800" spc="-210" dirty="0">
                <a:latin typeface="Verdana"/>
                <a:cs typeface="Verdana"/>
              </a:rPr>
              <a:t> </a:t>
            </a:r>
            <a:r>
              <a:rPr sz="2800" spc="-45" dirty="0">
                <a:latin typeface="Verdana"/>
                <a:cs typeface="Verdana"/>
              </a:rPr>
              <a:t>carefully</a:t>
            </a:r>
            <a:r>
              <a:rPr sz="2800" spc="-190" dirty="0">
                <a:latin typeface="Verdana"/>
                <a:cs typeface="Verdana"/>
              </a:rPr>
              <a:t> </a:t>
            </a:r>
            <a:r>
              <a:rPr sz="2800" spc="55" dirty="0">
                <a:latin typeface="Verdana"/>
                <a:cs typeface="Verdana"/>
              </a:rPr>
              <a:t>about</a:t>
            </a:r>
            <a:r>
              <a:rPr sz="2800" spc="-200" dirty="0">
                <a:latin typeface="Verdana"/>
                <a:cs typeface="Verdana"/>
              </a:rPr>
              <a:t> </a:t>
            </a:r>
            <a:r>
              <a:rPr sz="2800" spc="-150" dirty="0">
                <a:latin typeface="Verdana"/>
                <a:cs typeface="Verdana"/>
              </a:rPr>
              <a:t>if</a:t>
            </a:r>
            <a:r>
              <a:rPr sz="2800" spc="-225" dirty="0">
                <a:latin typeface="Verdana"/>
                <a:cs typeface="Verdana"/>
              </a:rPr>
              <a:t> </a:t>
            </a:r>
            <a:r>
              <a:rPr sz="2800" spc="5" dirty="0">
                <a:latin typeface="Verdana"/>
                <a:cs typeface="Verdana"/>
              </a:rPr>
              <a:t>what</a:t>
            </a:r>
            <a:r>
              <a:rPr sz="2800" spc="-190" dirty="0">
                <a:latin typeface="Verdana"/>
                <a:cs typeface="Verdana"/>
              </a:rPr>
              <a:t> </a:t>
            </a:r>
            <a:r>
              <a:rPr sz="2800" spc="-35" dirty="0">
                <a:latin typeface="Verdana"/>
                <a:cs typeface="Verdana"/>
              </a:rPr>
              <a:t>you</a:t>
            </a:r>
            <a:r>
              <a:rPr sz="2800" spc="-204" dirty="0">
                <a:latin typeface="Verdana"/>
                <a:cs typeface="Verdana"/>
              </a:rPr>
              <a:t> </a:t>
            </a:r>
            <a:r>
              <a:rPr sz="2800" dirty="0">
                <a:latin typeface="Verdana"/>
                <a:cs typeface="Verdana"/>
              </a:rPr>
              <a:t>are</a:t>
            </a:r>
            <a:r>
              <a:rPr sz="2800" spc="-190" dirty="0">
                <a:latin typeface="Verdana"/>
                <a:cs typeface="Verdana"/>
              </a:rPr>
              <a:t> </a:t>
            </a:r>
            <a:r>
              <a:rPr sz="2800" spc="-40" dirty="0">
                <a:latin typeface="Verdana"/>
                <a:cs typeface="Verdana"/>
              </a:rPr>
              <a:t>forwarding</a:t>
            </a:r>
            <a:r>
              <a:rPr sz="2800" spc="-204" dirty="0">
                <a:latin typeface="Verdana"/>
                <a:cs typeface="Verdana"/>
              </a:rPr>
              <a:t> </a:t>
            </a:r>
            <a:r>
              <a:rPr sz="2800" spc="-150" dirty="0">
                <a:latin typeface="Verdana"/>
                <a:cs typeface="Verdana"/>
              </a:rPr>
              <a:t>will</a:t>
            </a:r>
            <a:r>
              <a:rPr sz="2800" spc="-225" dirty="0">
                <a:latin typeface="Verdana"/>
                <a:cs typeface="Verdana"/>
              </a:rPr>
              <a:t> </a:t>
            </a:r>
            <a:r>
              <a:rPr sz="2800" spc="150" dirty="0">
                <a:latin typeface="Verdana"/>
                <a:cs typeface="Verdana"/>
              </a:rPr>
              <a:t>be</a:t>
            </a:r>
            <a:r>
              <a:rPr sz="2800" spc="-190" dirty="0">
                <a:latin typeface="Verdana"/>
                <a:cs typeface="Verdana"/>
              </a:rPr>
              <a:t> </a:t>
            </a:r>
            <a:r>
              <a:rPr sz="2800" spc="10" dirty="0">
                <a:latin typeface="Verdana"/>
                <a:cs typeface="Verdana"/>
              </a:rPr>
              <a:t>of  </a:t>
            </a:r>
            <a:r>
              <a:rPr sz="2800" spc="-45" dirty="0">
                <a:latin typeface="Verdana"/>
                <a:cs typeface="Verdana"/>
              </a:rPr>
              <a:t>value, </a:t>
            </a:r>
            <a:r>
              <a:rPr sz="2800" spc="75" dirty="0">
                <a:latin typeface="Verdana"/>
                <a:cs typeface="Verdana"/>
              </a:rPr>
              <a:t>appreciated </a:t>
            </a:r>
            <a:r>
              <a:rPr sz="2800" spc="-114" dirty="0">
                <a:latin typeface="Verdana"/>
                <a:cs typeface="Verdana"/>
              </a:rPr>
              <a:t>or </a:t>
            </a:r>
            <a:r>
              <a:rPr sz="2800" spc="-95" dirty="0">
                <a:latin typeface="Verdana"/>
                <a:cs typeface="Verdana"/>
              </a:rPr>
              <a:t>humorous </a:t>
            </a:r>
            <a:r>
              <a:rPr sz="2800" spc="-15" dirty="0">
                <a:latin typeface="Verdana"/>
                <a:cs typeface="Verdana"/>
              </a:rPr>
              <a:t>to </a:t>
            </a:r>
            <a:r>
              <a:rPr sz="2800" spc="-25" dirty="0">
                <a:latin typeface="Verdana"/>
                <a:cs typeface="Verdana"/>
              </a:rPr>
              <a:t>the </a:t>
            </a:r>
            <a:r>
              <a:rPr sz="2800" spc="-65" dirty="0">
                <a:latin typeface="Verdana"/>
                <a:cs typeface="Verdana"/>
              </a:rPr>
              <a:t>person </a:t>
            </a:r>
            <a:r>
              <a:rPr sz="2800" spc="30" dirty="0">
                <a:latin typeface="Verdana"/>
                <a:cs typeface="Verdana"/>
              </a:rPr>
              <a:t>on </a:t>
            </a:r>
            <a:r>
              <a:rPr sz="2800" spc="-25" dirty="0">
                <a:latin typeface="Verdana"/>
                <a:cs typeface="Verdana"/>
              </a:rPr>
              <a:t>the  </a:t>
            </a:r>
            <a:r>
              <a:rPr sz="2800" spc="-60" dirty="0">
                <a:latin typeface="Verdana"/>
                <a:cs typeface="Verdana"/>
              </a:rPr>
              <a:t>other</a:t>
            </a:r>
            <a:r>
              <a:rPr sz="2800" spc="-200" dirty="0">
                <a:latin typeface="Verdana"/>
                <a:cs typeface="Verdana"/>
              </a:rPr>
              <a:t> </a:t>
            </a:r>
            <a:r>
              <a:rPr sz="2800" spc="-105" dirty="0">
                <a:latin typeface="Verdana"/>
                <a:cs typeface="Verdana"/>
              </a:rPr>
              <a:t>side.</a:t>
            </a:r>
            <a:endParaRPr sz="2800" dirty="0">
              <a:latin typeface="Verdana"/>
              <a:cs typeface="Verdana"/>
            </a:endParaRPr>
          </a:p>
          <a:p>
            <a:pPr marL="12700" marR="1497965">
              <a:lnSpc>
                <a:spcPct val="150000"/>
              </a:lnSpc>
            </a:pPr>
            <a:endParaRPr lang="en-US" sz="4250" spc="-330" dirty="0">
              <a:latin typeface="Verdana"/>
              <a:cs typeface="Verdana"/>
            </a:endParaRPr>
          </a:p>
          <a:p>
            <a:pPr marL="12700" marR="1497965">
              <a:lnSpc>
                <a:spcPct val="150000"/>
              </a:lnSpc>
            </a:pPr>
            <a:r>
              <a:rPr sz="2800" spc="-330" dirty="0">
                <a:latin typeface="Verdana"/>
                <a:cs typeface="Verdana"/>
              </a:rPr>
              <a:t>If</a:t>
            </a:r>
            <a:r>
              <a:rPr sz="2800" spc="-204" dirty="0">
                <a:latin typeface="Verdana"/>
                <a:cs typeface="Verdana"/>
              </a:rPr>
              <a:t> </a:t>
            </a:r>
            <a:r>
              <a:rPr sz="2800" spc="75" dirty="0">
                <a:latin typeface="Verdana"/>
                <a:cs typeface="Verdana"/>
              </a:rPr>
              <a:t>an</a:t>
            </a:r>
            <a:r>
              <a:rPr sz="2800" spc="-204" dirty="0">
                <a:latin typeface="Verdana"/>
                <a:cs typeface="Verdana"/>
              </a:rPr>
              <a:t> </a:t>
            </a:r>
            <a:r>
              <a:rPr sz="2800" spc="-30" dirty="0">
                <a:latin typeface="Verdana"/>
                <a:cs typeface="Verdana"/>
              </a:rPr>
              <a:t>email</a:t>
            </a:r>
            <a:r>
              <a:rPr sz="2800" spc="-200" dirty="0">
                <a:latin typeface="Verdana"/>
                <a:cs typeface="Verdana"/>
              </a:rPr>
              <a:t> </a:t>
            </a:r>
            <a:r>
              <a:rPr sz="2800" spc="-160" dirty="0">
                <a:latin typeface="Verdana"/>
                <a:cs typeface="Verdana"/>
              </a:rPr>
              <a:t>tells</a:t>
            </a:r>
            <a:r>
              <a:rPr sz="2800" spc="-200" dirty="0">
                <a:latin typeface="Verdana"/>
                <a:cs typeface="Verdana"/>
              </a:rPr>
              <a:t> </a:t>
            </a:r>
            <a:r>
              <a:rPr sz="2800" spc="-35" dirty="0">
                <a:latin typeface="Verdana"/>
                <a:cs typeface="Verdana"/>
              </a:rPr>
              <a:t>you</a:t>
            </a:r>
            <a:r>
              <a:rPr sz="2800" spc="-210" dirty="0">
                <a:latin typeface="Verdana"/>
                <a:cs typeface="Verdana"/>
              </a:rPr>
              <a:t> </a:t>
            </a:r>
            <a:r>
              <a:rPr sz="2800" spc="-15" dirty="0">
                <a:latin typeface="Verdana"/>
                <a:cs typeface="Verdana"/>
              </a:rPr>
              <a:t>to</a:t>
            </a:r>
            <a:r>
              <a:rPr sz="2800" spc="-204" dirty="0">
                <a:latin typeface="Verdana"/>
                <a:cs typeface="Verdana"/>
              </a:rPr>
              <a:t> </a:t>
            </a:r>
            <a:r>
              <a:rPr sz="2800" spc="-35" dirty="0">
                <a:latin typeface="Verdana"/>
                <a:cs typeface="Verdana"/>
              </a:rPr>
              <a:t>“Forward</a:t>
            </a:r>
            <a:r>
              <a:rPr sz="2800" spc="-210" dirty="0">
                <a:latin typeface="Verdana"/>
                <a:cs typeface="Verdana"/>
              </a:rPr>
              <a:t> </a:t>
            </a:r>
            <a:r>
              <a:rPr sz="2800" spc="-15" dirty="0">
                <a:latin typeface="Verdana"/>
                <a:cs typeface="Verdana"/>
              </a:rPr>
              <a:t>to</a:t>
            </a:r>
            <a:r>
              <a:rPr sz="2800" spc="-200" dirty="0">
                <a:latin typeface="Verdana"/>
                <a:cs typeface="Verdana"/>
              </a:rPr>
              <a:t> </a:t>
            </a:r>
            <a:r>
              <a:rPr sz="2800" spc="-15" dirty="0">
                <a:latin typeface="Verdana"/>
                <a:cs typeface="Verdana"/>
              </a:rPr>
              <a:t>everyone</a:t>
            </a:r>
            <a:r>
              <a:rPr sz="2800" spc="-160" dirty="0">
                <a:latin typeface="Verdana"/>
                <a:cs typeface="Verdana"/>
              </a:rPr>
              <a:t> </a:t>
            </a:r>
            <a:r>
              <a:rPr sz="2800" spc="-35" dirty="0">
                <a:latin typeface="Verdana"/>
                <a:cs typeface="Verdana"/>
              </a:rPr>
              <a:t>you  </a:t>
            </a:r>
            <a:r>
              <a:rPr sz="2800" spc="-40" dirty="0">
                <a:latin typeface="Verdana"/>
                <a:cs typeface="Verdana"/>
              </a:rPr>
              <a:t>know/love/all</a:t>
            </a:r>
            <a:r>
              <a:rPr sz="2800" spc="-190" dirty="0">
                <a:latin typeface="Verdana"/>
                <a:cs typeface="Verdana"/>
              </a:rPr>
              <a:t> </a:t>
            </a:r>
            <a:r>
              <a:rPr sz="2800" spc="10" dirty="0">
                <a:latin typeface="Verdana"/>
                <a:cs typeface="Verdana"/>
              </a:rPr>
              <a:t>of</a:t>
            </a:r>
            <a:r>
              <a:rPr sz="2800" spc="-195" dirty="0">
                <a:latin typeface="Verdana"/>
                <a:cs typeface="Verdana"/>
              </a:rPr>
              <a:t> </a:t>
            </a:r>
            <a:r>
              <a:rPr sz="2800" spc="-114" dirty="0">
                <a:latin typeface="Verdana"/>
                <a:cs typeface="Verdana"/>
              </a:rPr>
              <a:t>your</a:t>
            </a:r>
            <a:r>
              <a:rPr sz="2800" spc="-210" dirty="0">
                <a:latin typeface="Verdana"/>
                <a:cs typeface="Verdana"/>
              </a:rPr>
              <a:t> </a:t>
            </a:r>
            <a:r>
              <a:rPr sz="2800" spc="-70" dirty="0">
                <a:latin typeface="Verdana"/>
                <a:cs typeface="Verdana"/>
              </a:rPr>
              <a:t>family”</a:t>
            </a:r>
            <a:r>
              <a:rPr sz="2800" spc="-250" dirty="0">
                <a:latin typeface="Verdana"/>
                <a:cs typeface="Verdana"/>
              </a:rPr>
              <a:t> </a:t>
            </a:r>
            <a:r>
              <a:rPr sz="2800" spc="145" dirty="0">
                <a:solidFill>
                  <a:srgbClr val="FF0000"/>
                </a:solidFill>
                <a:latin typeface="Verdana"/>
                <a:cs typeface="Verdana"/>
              </a:rPr>
              <a:t>do</a:t>
            </a:r>
            <a:r>
              <a:rPr sz="2800" spc="-204" dirty="0">
                <a:solidFill>
                  <a:srgbClr val="FF0000"/>
                </a:solidFill>
                <a:latin typeface="Verdana"/>
                <a:cs typeface="Verdana"/>
              </a:rPr>
              <a:t> </a:t>
            </a:r>
            <a:r>
              <a:rPr sz="2800" spc="-114" dirty="0">
                <a:solidFill>
                  <a:srgbClr val="FF0000"/>
                </a:solidFill>
                <a:latin typeface="Verdana"/>
                <a:cs typeface="Verdana"/>
              </a:rPr>
              <a:t>NOT</a:t>
            </a:r>
            <a:r>
              <a:rPr sz="2800" spc="-200" dirty="0">
                <a:solidFill>
                  <a:srgbClr val="FF0000"/>
                </a:solidFill>
                <a:latin typeface="Verdana"/>
                <a:cs typeface="Verdana"/>
              </a:rPr>
              <a:t> </a:t>
            </a:r>
            <a:r>
              <a:rPr sz="2800" spc="-40" dirty="0">
                <a:solidFill>
                  <a:srgbClr val="FF0000"/>
                </a:solidFill>
                <a:latin typeface="Verdana"/>
                <a:cs typeface="Verdana"/>
              </a:rPr>
              <a:t>forward</a:t>
            </a:r>
            <a:endParaRPr sz="2800" dirty="0">
              <a:latin typeface="Verdana"/>
              <a:cs typeface="Verdan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0187" rIns="0" bIns="0" rtlCol="0">
            <a:spAutoFit/>
          </a:bodyPr>
          <a:lstStyle/>
          <a:p>
            <a:pPr marL="12700" marR="5080">
              <a:lnSpc>
                <a:spcPts val="4650"/>
              </a:lnSpc>
              <a:spcBef>
                <a:spcPts val="675"/>
              </a:spcBef>
            </a:pPr>
            <a:r>
              <a:rPr spc="-80" dirty="0"/>
              <a:t>Example </a:t>
            </a:r>
            <a:r>
              <a:rPr spc="-560" dirty="0"/>
              <a:t>1: </a:t>
            </a:r>
            <a:r>
              <a:rPr spc="-15" dirty="0"/>
              <a:t>Would </a:t>
            </a:r>
            <a:r>
              <a:rPr spc="-310" dirty="0"/>
              <a:t>this </a:t>
            </a:r>
            <a:r>
              <a:rPr spc="-45" dirty="0"/>
              <a:t>email</a:t>
            </a:r>
            <a:r>
              <a:rPr spc="-655" dirty="0"/>
              <a:t> </a:t>
            </a:r>
            <a:r>
              <a:rPr spc="235" dirty="0"/>
              <a:t>be  </a:t>
            </a:r>
            <a:r>
              <a:rPr spc="-70" dirty="0"/>
              <a:t>relevant </a:t>
            </a:r>
            <a:r>
              <a:rPr spc="-20" dirty="0"/>
              <a:t>to</a:t>
            </a:r>
            <a:r>
              <a:rPr spc="-560" dirty="0"/>
              <a:t> </a:t>
            </a:r>
            <a:r>
              <a:rPr spc="25" dirty="0"/>
              <a:t>someone?</a:t>
            </a:r>
          </a:p>
        </p:txBody>
      </p:sp>
      <p:grpSp>
        <p:nvGrpSpPr>
          <p:cNvPr id="3" name="object 3"/>
          <p:cNvGrpSpPr/>
          <p:nvPr/>
        </p:nvGrpSpPr>
        <p:grpSpPr>
          <a:xfrm>
            <a:off x="1057655" y="2168651"/>
            <a:ext cx="10076815" cy="3876040"/>
            <a:chOff x="1057655" y="2168651"/>
            <a:chExt cx="10076815" cy="3876040"/>
          </a:xfrm>
        </p:grpSpPr>
        <p:sp>
          <p:nvSpPr>
            <p:cNvPr id="4" name="object 4"/>
            <p:cNvSpPr/>
            <p:nvPr/>
          </p:nvSpPr>
          <p:spPr>
            <a:xfrm>
              <a:off x="1066799" y="2177795"/>
              <a:ext cx="10058400" cy="3857244"/>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062227" y="2173223"/>
              <a:ext cx="10067925" cy="3866515"/>
            </a:xfrm>
            <a:custGeom>
              <a:avLst/>
              <a:gdLst/>
              <a:ahLst/>
              <a:cxnLst/>
              <a:rect l="l" t="t" r="r" b="b"/>
              <a:pathLst>
                <a:path w="10067925" h="3866515">
                  <a:moveTo>
                    <a:pt x="0" y="3866388"/>
                  </a:moveTo>
                  <a:lnTo>
                    <a:pt x="10067544" y="3866388"/>
                  </a:lnTo>
                  <a:lnTo>
                    <a:pt x="10067544" y="0"/>
                  </a:lnTo>
                  <a:lnTo>
                    <a:pt x="0" y="0"/>
                  </a:lnTo>
                  <a:lnTo>
                    <a:pt x="0" y="3866388"/>
                  </a:lnTo>
                  <a:close/>
                </a:path>
              </a:pathLst>
            </a:custGeom>
            <a:ln w="9144">
              <a:solidFill>
                <a:srgbClr val="000000"/>
              </a:solidFill>
            </a:ln>
          </p:spPr>
          <p:txBody>
            <a:bodyPr wrap="square" lIns="0" tIns="0" rIns="0" bIns="0" rtlCol="0"/>
            <a:lstStyle/>
            <a:p>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0187" rIns="0" bIns="0" rtlCol="0">
            <a:spAutoFit/>
          </a:bodyPr>
          <a:lstStyle/>
          <a:p>
            <a:pPr marL="12700" marR="5080">
              <a:lnSpc>
                <a:spcPts val="4650"/>
              </a:lnSpc>
              <a:spcBef>
                <a:spcPts val="675"/>
              </a:spcBef>
            </a:pPr>
            <a:r>
              <a:rPr spc="-80" dirty="0"/>
              <a:t>Example </a:t>
            </a:r>
            <a:r>
              <a:rPr spc="-560" dirty="0"/>
              <a:t>2: </a:t>
            </a:r>
            <a:r>
              <a:rPr spc="-15" dirty="0"/>
              <a:t>Would </a:t>
            </a:r>
            <a:r>
              <a:rPr spc="-310" dirty="0"/>
              <a:t>this </a:t>
            </a:r>
            <a:r>
              <a:rPr spc="-45" dirty="0"/>
              <a:t>email</a:t>
            </a:r>
            <a:r>
              <a:rPr spc="-655" dirty="0"/>
              <a:t> </a:t>
            </a:r>
            <a:r>
              <a:rPr spc="235" dirty="0"/>
              <a:t>be  </a:t>
            </a:r>
            <a:r>
              <a:rPr spc="-70" dirty="0"/>
              <a:t>relevant </a:t>
            </a:r>
            <a:r>
              <a:rPr spc="-20" dirty="0"/>
              <a:t>to</a:t>
            </a:r>
            <a:r>
              <a:rPr spc="-560" dirty="0"/>
              <a:t> </a:t>
            </a:r>
            <a:r>
              <a:rPr spc="25" dirty="0"/>
              <a:t>someone?</a:t>
            </a:r>
          </a:p>
        </p:txBody>
      </p:sp>
      <p:sp>
        <p:nvSpPr>
          <p:cNvPr id="3" name="object 3"/>
          <p:cNvSpPr/>
          <p:nvPr/>
        </p:nvSpPr>
        <p:spPr>
          <a:xfrm>
            <a:off x="1066800" y="2014727"/>
            <a:ext cx="10058400" cy="4203192"/>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0187" rIns="0" bIns="0" rtlCol="0">
            <a:spAutoFit/>
          </a:bodyPr>
          <a:lstStyle/>
          <a:p>
            <a:pPr marL="12700" marR="5080">
              <a:lnSpc>
                <a:spcPts val="4650"/>
              </a:lnSpc>
              <a:spcBef>
                <a:spcPts val="675"/>
              </a:spcBef>
            </a:pPr>
            <a:r>
              <a:rPr spc="-80" dirty="0"/>
              <a:t>Example </a:t>
            </a:r>
            <a:r>
              <a:rPr spc="-560" dirty="0"/>
              <a:t>3: </a:t>
            </a:r>
            <a:r>
              <a:rPr spc="-15" dirty="0"/>
              <a:t>Would </a:t>
            </a:r>
            <a:r>
              <a:rPr spc="-310" dirty="0"/>
              <a:t>this </a:t>
            </a:r>
            <a:r>
              <a:rPr spc="-45" dirty="0"/>
              <a:t>email</a:t>
            </a:r>
            <a:r>
              <a:rPr spc="-655" dirty="0"/>
              <a:t> </a:t>
            </a:r>
            <a:r>
              <a:rPr spc="235" dirty="0"/>
              <a:t>be  </a:t>
            </a:r>
            <a:r>
              <a:rPr spc="-70" dirty="0"/>
              <a:t>relevant </a:t>
            </a:r>
            <a:r>
              <a:rPr spc="-20" dirty="0"/>
              <a:t>to</a:t>
            </a:r>
            <a:r>
              <a:rPr spc="-560" dirty="0"/>
              <a:t> </a:t>
            </a:r>
            <a:r>
              <a:rPr spc="25" dirty="0"/>
              <a:t>someone?</a:t>
            </a:r>
          </a:p>
        </p:txBody>
      </p:sp>
      <p:sp>
        <p:nvSpPr>
          <p:cNvPr id="3" name="object 3"/>
          <p:cNvSpPr/>
          <p:nvPr/>
        </p:nvSpPr>
        <p:spPr>
          <a:xfrm>
            <a:off x="1066800" y="2103119"/>
            <a:ext cx="10058400" cy="393192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5539" y="1207719"/>
            <a:ext cx="9097645" cy="2733040"/>
          </a:xfrm>
          <a:prstGeom prst="rect">
            <a:avLst/>
          </a:prstGeom>
        </p:spPr>
        <p:txBody>
          <a:bodyPr vert="horz" wrap="square" lIns="0" tIns="85725" rIns="0" bIns="0" rtlCol="0">
            <a:spAutoFit/>
          </a:bodyPr>
          <a:lstStyle/>
          <a:p>
            <a:pPr marL="12700" marR="5080">
              <a:lnSpc>
                <a:spcPct val="90000"/>
              </a:lnSpc>
              <a:spcBef>
                <a:spcPts val="675"/>
              </a:spcBef>
            </a:pPr>
            <a:r>
              <a:rPr sz="4800" spc="-320" dirty="0">
                <a:solidFill>
                  <a:srgbClr val="252525"/>
                </a:solidFill>
                <a:latin typeface="Verdana"/>
                <a:cs typeface="Verdana"/>
              </a:rPr>
              <a:t>REMEMBER: </a:t>
            </a:r>
            <a:r>
              <a:rPr sz="4800" spc="-25" dirty="0">
                <a:solidFill>
                  <a:srgbClr val="252525"/>
                </a:solidFill>
                <a:latin typeface="Verdana"/>
                <a:cs typeface="Verdana"/>
              </a:rPr>
              <a:t>When </a:t>
            </a:r>
            <a:r>
              <a:rPr sz="4800" spc="-55" dirty="0">
                <a:solidFill>
                  <a:srgbClr val="252525"/>
                </a:solidFill>
                <a:latin typeface="Verdana"/>
                <a:cs typeface="Verdana"/>
              </a:rPr>
              <a:t>you </a:t>
            </a:r>
            <a:r>
              <a:rPr sz="4800" spc="-50" dirty="0">
                <a:solidFill>
                  <a:srgbClr val="252525"/>
                </a:solidFill>
                <a:latin typeface="Verdana"/>
                <a:cs typeface="Verdana"/>
              </a:rPr>
              <a:t>send</a:t>
            </a:r>
            <a:r>
              <a:rPr sz="4800" spc="-1105" dirty="0">
                <a:solidFill>
                  <a:srgbClr val="252525"/>
                </a:solidFill>
                <a:latin typeface="Verdana"/>
                <a:cs typeface="Verdana"/>
              </a:rPr>
              <a:t> </a:t>
            </a:r>
            <a:r>
              <a:rPr sz="4800" spc="135" dirty="0">
                <a:solidFill>
                  <a:srgbClr val="252525"/>
                </a:solidFill>
                <a:latin typeface="Verdana"/>
                <a:cs typeface="Verdana"/>
              </a:rPr>
              <a:t>an  </a:t>
            </a:r>
            <a:r>
              <a:rPr sz="4800" spc="-45" dirty="0">
                <a:solidFill>
                  <a:srgbClr val="252525"/>
                </a:solidFill>
                <a:latin typeface="Verdana"/>
                <a:cs typeface="Verdana"/>
              </a:rPr>
              <a:t>email </a:t>
            </a:r>
            <a:r>
              <a:rPr sz="4800" spc="-15" dirty="0">
                <a:solidFill>
                  <a:srgbClr val="252525"/>
                </a:solidFill>
                <a:latin typeface="Verdana"/>
                <a:cs typeface="Verdana"/>
              </a:rPr>
              <a:t>to </a:t>
            </a:r>
            <a:r>
              <a:rPr sz="4800" spc="-50" dirty="0">
                <a:solidFill>
                  <a:srgbClr val="252525"/>
                </a:solidFill>
                <a:latin typeface="Verdana"/>
                <a:cs typeface="Verdana"/>
              </a:rPr>
              <a:t>someone, </a:t>
            </a:r>
            <a:r>
              <a:rPr sz="4800" spc="-100" dirty="0">
                <a:solidFill>
                  <a:srgbClr val="252525"/>
                </a:solidFill>
                <a:latin typeface="Verdana"/>
                <a:cs typeface="Verdana"/>
              </a:rPr>
              <a:t>they </a:t>
            </a:r>
            <a:r>
              <a:rPr sz="4800" spc="10" dirty="0">
                <a:solidFill>
                  <a:srgbClr val="252525"/>
                </a:solidFill>
                <a:latin typeface="Verdana"/>
                <a:cs typeface="Verdana"/>
              </a:rPr>
              <a:t>are  </a:t>
            </a:r>
            <a:r>
              <a:rPr sz="4800" spc="-35" dirty="0">
                <a:solidFill>
                  <a:srgbClr val="252525"/>
                </a:solidFill>
                <a:latin typeface="Verdana"/>
                <a:cs typeface="Verdana"/>
              </a:rPr>
              <a:t>getting </a:t>
            </a:r>
            <a:r>
              <a:rPr sz="4800" spc="395" dirty="0">
                <a:solidFill>
                  <a:srgbClr val="252525"/>
                </a:solidFill>
                <a:latin typeface="Verdana"/>
                <a:cs typeface="Verdana"/>
              </a:rPr>
              <a:t>a </a:t>
            </a:r>
            <a:r>
              <a:rPr sz="4800" spc="210" dirty="0">
                <a:solidFill>
                  <a:srgbClr val="252525"/>
                </a:solidFill>
                <a:latin typeface="Verdana"/>
                <a:cs typeface="Verdana"/>
              </a:rPr>
              <a:t>copy </a:t>
            </a:r>
            <a:r>
              <a:rPr sz="4800" spc="-60" dirty="0">
                <a:solidFill>
                  <a:srgbClr val="252525"/>
                </a:solidFill>
                <a:latin typeface="Verdana"/>
                <a:cs typeface="Verdana"/>
              </a:rPr>
              <a:t>that </a:t>
            </a:r>
            <a:r>
              <a:rPr sz="4800" spc="-95" dirty="0">
                <a:solidFill>
                  <a:srgbClr val="252525"/>
                </a:solidFill>
                <a:latin typeface="Verdana"/>
                <a:cs typeface="Verdana"/>
              </a:rPr>
              <a:t>they </a:t>
            </a:r>
            <a:r>
              <a:rPr sz="4800" spc="295" dirty="0">
                <a:solidFill>
                  <a:srgbClr val="252525"/>
                </a:solidFill>
                <a:latin typeface="Verdana"/>
                <a:cs typeface="Verdana"/>
              </a:rPr>
              <a:t>can  </a:t>
            </a:r>
            <a:r>
              <a:rPr sz="4800" dirty="0">
                <a:solidFill>
                  <a:srgbClr val="252525"/>
                </a:solidFill>
                <a:latin typeface="Verdana"/>
                <a:cs typeface="Verdana"/>
              </a:rPr>
              <a:t>keep…forever.</a:t>
            </a:r>
            <a:endParaRPr sz="4800">
              <a:latin typeface="Verdana"/>
              <a:cs typeface="Verdana"/>
            </a:endParaRPr>
          </a:p>
        </p:txBody>
      </p:sp>
      <p:sp>
        <p:nvSpPr>
          <p:cNvPr id="3" name="object 3"/>
          <p:cNvSpPr/>
          <p:nvPr/>
        </p:nvSpPr>
        <p:spPr>
          <a:xfrm>
            <a:off x="6096000" y="3400044"/>
            <a:ext cx="5291328" cy="285140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539" y="900176"/>
            <a:ext cx="9580245" cy="756920"/>
          </a:xfrm>
          <a:prstGeom prst="rect">
            <a:avLst/>
          </a:prstGeom>
        </p:spPr>
        <p:txBody>
          <a:bodyPr vert="horz" wrap="square" lIns="0" tIns="12700" rIns="0" bIns="0" rtlCol="0">
            <a:spAutoFit/>
          </a:bodyPr>
          <a:lstStyle/>
          <a:p>
            <a:pPr marL="12700">
              <a:lnSpc>
                <a:spcPct val="100000"/>
              </a:lnSpc>
              <a:spcBef>
                <a:spcPts val="100"/>
              </a:spcBef>
            </a:pPr>
            <a:r>
              <a:rPr sz="4800" spc="-140" dirty="0"/>
              <a:t>Be</a:t>
            </a:r>
            <a:r>
              <a:rPr sz="4800" spc="-365" dirty="0"/>
              <a:t> </a:t>
            </a:r>
            <a:r>
              <a:rPr sz="4800" spc="-65" dirty="0"/>
              <a:t>Mindful</a:t>
            </a:r>
            <a:r>
              <a:rPr sz="4800" spc="-370" dirty="0"/>
              <a:t> </a:t>
            </a:r>
            <a:r>
              <a:rPr sz="4800" spc="20" dirty="0"/>
              <a:t>of</a:t>
            </a:r>
            <a:r>
              <a:rPr sz="4800" spc="-370" dirty="0"/>
              <a:t> </a:t>
            </a:r>
            <a:r>
              <a:rPr sz="4800" spc="-195" dirty="0"/>
              <a:t>your</a:t>
            </a:r>
            <a:r>
              <a:rPr sz="4800" spc="-370" dirty="0"/>
              <a:t> </a:t>
            </a:r>
            <a:r>
              <a:rPr sz="4800" spc="-45" dirty="0"/>
              <a:t>email</a:t>
            </a:r>
            <a:r>
              <a:rPr sz="4800" spc="-370" dirty="0"/>
              <a:t> </a:t>
            </a:r>
            <a:r>
              <a:rPr sz="4800" spc="-95" dirty="0"/>
              <a:t>address</a:t>
            </a:r>
            <a:endParaRPr sz="4800"/>
          </a:p>
        </p:txBody>
      </p:sp>
      <p:sp>
        <p:nvSpPr>
          <p:cNvPr id="3" name="object 3"/>
          <p:cNvSpPr txBox="1"/>
          <p:nvPr/>
        </p:nvSpPr>
        <p:spPr>
          <a:xfrm>
            <a:off x="1145539" y="2130678"/>
            <a:ext cx="9726295" cy="3683060"/>
          </a:xfrm>
          <a:prstGeom prst="rect">
            <a:avLst/>
          </a:prstGeom>
        </p:spPr>
        <p:txBody>
          <a:bodyPr vert="horz" wrap="square" lIns="0" tIns="12700" rIns="0" bIns="0" rtlCol="0">
            <a:spAutoFit/>
          </a:bodyPr>
          <a:lstStyle/>
          <a:p>
            <a:pPr marL="195580" marR="274320" indent="-183515" algn="just">
              <a:lnSpc>
                <a:spcPct val="150000"/>
              </a:lnSpc>
              <a:spcBef>
                <a:spcPts val="100"/>
              </a:spcBef>
              <a:buClr>
                <a:srgbClr val="252525"/>
              </a:buClr>
              <a:buFont typeface="Arial"/>
              <a:buChar char="◦"/>
              <a:tabLst>
                <a:tab pos="196215" algn="l"/>
              </a:tabLst>
            </a:pPr>
            <a:r>
              <a:rPr sz="2400" b="1" dirty="0">
                <a:solidFill>
                  <a:srgbClr val="FF0000"/>
                </a:solidFill>
                <a:latin typeface="Gothic Uralic"/>
                <a:cs typeface="Gothic Uralic"/>
                <a:hlinkClick r:id="rId2"/>
              </a:rPr>
              <a:t>rockerboy113@yahoo.com</a:t>
            </a:r>
            <a:r>
              <a:rPr sz="2400" b="1" spc="-15" dirty="0">
                <a:solidFill>
                  <a:srgbClr val="FF0000"/>
                </a:solidFill>
                <a:latin typeface="Gothic Uralic"/>
                <a:cs typeface="Gothic Uralic"/>
                <a:hlinkClick r:id="rId2"/>
              </a:rPr>
              <a:t> </a:t>
            </a:r>
            <a:r>
              <a:rPr sz="2400" spc="-240" dirty="0">
                <a:latin typeface="Verdana"/>
                <a:cs typeface="Verdana"/>
              </a:rPr>
              <a:t>is</a:t>
            </a:r>
            <a:r>
              <a:rPr sz="2400" spc="-204" dirty="0">
                <a:latin typeface="Verdana"/>
                <a:cs typeface="Verdana"/>
              </a:rPr>
              <a:t> </a:t>
            </a:r>
            <a:r>
              <a:rPr sz="2400" spc="-45" dirty="0">
                <a:latin typeface="Verdana"/>
                <a:cs typeface="Verdana"/>
              </a:rPr>
              <a:t>fine</a:t>
            </a:r>
            <a:r>
              <a:rPr sz="2400" spc="-225" dirty="0">
                <a:latin typeface="Verdana"/>
                <a:cs typeface="Verdana"/>
              </a:rPr>
              <a:t> </a:t>
            </a:r>
            <a:r>
              <a:rPr sz="2400" spc="-10" dirty="0">
                <a:latin typeface="Verdana"/>
                <a:cs typeface="Verdana"/>
              </a:rPr>
              <a:t>to</a:t>
            </a:r>
            <a:r>
              <a:rPr sz="2400" spc="-180" dirty="0">
                <a:latin typeface="Verdana"/>
                <a:cs typeface="Verdana"/>
              </a:rPr>
              <a:t> </a:t>
            </a:r>
            <a:r>
              <a:rPr sz="2400" spc="-85" dirty="0">
                <a:latin typeface="Verdana"/>
                <a:cs typeface="Verdana"/>
              </a:rPr>
              <a:t>use</a:t>
            </a:r>
            <a:r>
              <a:rPr sz="2400" spc="-180" dirty="0">
                <a:latin typeface="Verdana"/>
                <a:cs typeface="Verdana"/>
              </a:rPr>
              <a:t> </a:t>
            </a:r>
            <a:r>
              <a:rPr sz="2400" spc="-85" dirty="0">
                <a:latin typeface="Verdana"/>
                <a:cs typeface="Verdana"/>
              </a:rPr>
              <a:t>with</a:t>
            </a:r>
            <a:r>
              <a:rPr sz="2400" spc="-204" dirty="0">
                <a:latin typeface="Verdana"/>
                <a:cs typeface="Verdana"/>
              </a:rPr>
              <a:t> </a:t>
            </a:r>
            <a:r>
              <a:rPr sz="2400" spc="-95" dirty="0">
                <a:latin typeface="Verdana"/>
                <a:cs typeface="Verdana"/>
              </a:rPr>
              <a:t>friends</a:t>
            </a:r>
            <a:r>
              <a:rPr sz="2400" spc="-210" dirty="0">
                <a:latin typeface="Verdana"/>
                <a:cs typeface="Verdana"/>
              </a:rPr>
              <a:t> </a:t>
            </a:r>
            <a:r>
              <a:rPr sz="2400" spc="-25" dirty="0">
                <a:latin typeface="Verdana"/>
                <a:cs typeface="Verdana"/>
              </a:rPr>
              <a:t>but</a:t>
            </a:r>
            <a:r>
              <a:rPr sz="2400" spc="-180" dirty="0">
                <a:latin typeface="Verdana"/>
                <a:cs typeface="Verdana"/>
              </a:rPr>
              <a:t> </a:t>
            </a:r>
            <a:r>
              <a:rPr sz="2400" spc="-95" dirty="0">
                <a:latin typeface="Verdana"/>
                <a:cs typeface="Verdana"/>
              </a:rPr>
              <a:t>NOT</a:t>
            </a:r>
            <a:r>
              <a:rPr sz="2400" spc="-180" dirty="0">
                <a:latin typeface="Verdana"/>
                <a:cs typeface="Verdana"/>
              </a:rPr>
              <a:t> </a:t>
            </a:r>
            <a:r>
              <a:rPr sz="2400" spc="-10" dirty="0">
                <a:latin typeface="Verdana"/>
                <a:cs typeface="Verdana"/>
              </a:rPr>
              <a:t>to  </a:t>
            </a:r>
            <a:r>
              <a:rPr sz="2400" spc="-90" dirty="0">
                <a:latin typeface="Verdana"/>
                <a:cs typeface="Verdana"/>
              </a:rPr>
              <a:t>staff</a:t>
            </a:r>
            <a:r>
              <a:rPr sz="2400" spc="-210" dirty="0">
                <a:latin typeface="Verdana"/>
                <a:cs typeface="Verdana"/>
              </a:rPr>
              <a:t> </a:t>
            </a:r>
            <a:r>
              <a:rPr sz="2400" spc="30" dirty="0">
                <a:latin typeface="Verdana"/>
                <a:cs typeface="Verdana"/>
              </a:rPr>
              <a:t>at</a:t>
            </a:r>
            <a:r>
              <a:rPr sz="2400" spc="-180" dirty="0">
                <a:latin typeface="Verdana"/>
                <a:cs typeface="Verdana"/>
              </a:rPr>
              <a:t> </a:t>
            </a:r>
            <a:r>
              <a:rPr sz="2400" spc="-40" dirty="0">
                <a:latin typeface="Verdana"/>
                <a:cs typeface="Verdana"/>
              </a:rPr>
              <a:t>high</a:t>
            </a:r>
            <a:r>
              <a:rPr sz="2400" spc="-220" dirty="0">
                <a:latin typeface="Verdana"/>
                <a:cs typeface="Verdana"/>
              </a:rPr>
              <a:t> </a:t>
            </a:r>
            <a:r>
              <a:rPr sz="2400" spc="-75" dirty="0">
                <a:latin typeface="Verdana"/>
                <a:cs typeface="Verdana"/>
              </a:rPr>
              <a:t>schools,</a:t>
            </a:r>
            <a:r>
              <a:rPr sz="2400" spc="-180" dirty="0">
                <a:latin typeface="Verdana"/>
                <a:cs typeface="Verdana"/>
              </a:rPr>
              <a:t> </a:t>
            </a:r>
            <a:r>
              <a:rPr sz="2400" spc="-15" dirty="0">
                <a:latin typeface="Verdana"/>
                <a:cs typeface="Verdana"/>
              </a:rPr>
              <a:t>colleges,</a:t>
            </a:r>
            <a:r>
              <a:rPr sz="2400" spc="-190" dirty="0">
                <a:latin typeface="Verdana"/>
                <a:cs typeface="Verdana"/>
              </a:rPr>
              <a:t> </a:t>
            </a:r>
            <a:r>
              <a:rPr sz="2400" spc="-114" dirty="0">
                <a:latin typeface="Verdana"/>
                <a:cs typeface="Verdana"/>
              </a:rPr>
              <a:t>businesses</a:t>
            </a:r>
            <a:r>
              <a:rPr sz="2400" spc="-200" dirty="0">
                <a:latin typeface="Verdana"/>
                <a:cs typeface="Verdana"/>
              </a:rPr>
              <a:t> </a:t>
            </a:r>
            <a:r>
              <a:rPr sz="2400" spc="-95" dirty="0">
                <a:latin typeface="Verdana"/>
                <a:cs typeface="Verdana"/>
              </a:rPr>
              <a:t>or</a:t>
            </a:r>
            <a:r>
              <a:rPr sz="2400" spc="-180" dirty="0">
                <a:latin typeface="Verdana"/>
                <a:cs typeface="Verdana"/>
              </a:rPr>
              <a:t> </a:t>
            </a:r>
            <a:r>
              <a:rPr sz="2400" dirty="0">
                <a:latin typeface="Verdana"/>
                <a:cs typeface="Verdana"/>
              </a:rPr>
              <a:t>any</a:t>
            </a:r>
            <a:r>
              <a:rPr sz="2400" spc="-180" dirty="0">
                <a:latin typeface="Verdana"/>
                <a:cs typeface="Verdana"/>
              </a:rPr>
              <a:t> </a:t>
            </a:r>
            <a:r>
              <a:rPr sz="2400" spc="-50" dirty="0">
                <a:latin typeface="Verdana"/>
                <a:cs typeface="Verdana"/>
              </a:rPr>
              <a:t>person</a:t>
            </a:r>
            <a:r>
              <a:rPr sz="2400" spc="-170" dirty="0">
                <a:latin typeface="Verdana"/>
                <a:cs typeface="Verdana"/>
              </a:rPr>
              <a:t> </a:t>
            </a:r>
            <a:r>
              <a:rPr sz="2400" spc="-30" dirty="0">
                <a:latin typeface="Verdana"/>
                <a:cs typeface="Verdana"/>
              </a:rPr>
              <a:t>you</a:t>
            </a:r>
            <a:r>
              <a:rPr sz="2400" spc="-190" dirty="0">
                <a:latin typeface="Verdana"/>
                <a:cs typeface="Verdana"/>
              </a:rPr>
              <a:t> </a:t>
            </a:r>
            <a:r>
              <a:rPr sz="2400" spc="125" dirty="0">
                <a:latin typeface="Verdana"/>
                <a:cs typeface="Verdana"/>
              </a:rPr>
              <a:t>do  </a:t>
            </a:r>
            <a:r>
              <a:rPr sz="2400" spc="-25" dirty="0">
                <a:latin typeface="Verdana"/>
                <a:cs typeface="Verdana"/>
              </a:rPr>
              <a:t>not </a:t>
            </a:r>
            <a:r>
              <a:rPr sz="2400" spc="-65" dirty="0">
                <a:latin typeface="Verdana"/>
                <a:cs typeface="Verdana"/>
              </a:rPr>
              <a:t>personally</a:t>
            </a:r>
            <a:r>
              <a:rPr sz="2400" spc="-340" dirty="0">
                <a:latin typeface="Verdana"/>
                <a:cs typeface="Verdana"/>
              </a:rPr>
              <a:t> </a:t>
            </a:r>
            <a:r>
              <a:rPr sz="2400" spc="-70" dirty="0">
                <a:latin typeface="Verdana"/>
                <a:cs typeface="Verdana"/>
              </a:rPr>
              <a:t>know.</a:t>
            </a:r>
            <a:endParaRPr sz="2400" dirty="0">
              <a:latin typeface="Verdana"/>
              <a:cs typeface="Verdana"/>
            </a:endParaRPr>
          </a:p>
          <a:p>
            <a:pPr marL="195580" indent="-183515" algn="just">
              <a:lnSpc>
                <a:spcPct val="150000"/>
              </a:lnSpc>
              <a:spcBef>
                <a:spcPts val="900"/>
              </a:spcBef>
              <a:buClr>
                <a:srgbClr val="252525"/>
              </a:buClr>
              <a:buFont typeface="Arial"/>
              <a:buChar char="◦"/>
              <a:tabLst>
                <a:tab pos="196215" algn="l"/>
              </a:tabLst>
            </a:pPr>
            <a:r>
              <a:rPr sz="2400" spc="45" dirty="0">
                <a:latin typeface="Verdana"/>
                <a:cs typeface="Verdana"/>
              </a:rPr>
              <a:t>Create</a:t>
            </a:r>
            <a:r>
              <a:rPr sz="2400" spc="-185" dirty="0">
                <a:latin typeface="Verdana"/>
                <a:cs typeface="Verdana"/>
              </a:rPr>
              <a:t> </a:t>
            </a:r>
            <a:r>
              <a:rPr sz="2400" spc="195" dirty="0">
                <a:latin typeface="Verdana"/>
                <a:cs typeface="Verdana"/>
              </a:rPr>
              <a:t>a</a:t>
            </a:r>
            <a:r>
              <a:rPr sz="2400" spc="-200" dirty="0">
                <a:latin typeface="Verdana"/>
                <a:cs typeface="Verdana"/>
              </a:rPr>
              <a:t> </a:t>
            </a:r>
            <a:r>
              <a:rPr sz="2400" spc="35" dirty="0">
                <a:latin typeface="Verdana"/>
                <a:cs typeface="Verdana"/>
              </a:rPr>
              <a:t>new</a:t>
            </a:r>
            <a:r>
              <a:rPr sz="2400" spc="-180" dirty="0">
                <a:latin typeface="Verdana"/>
                <a:cs typeface="Verdana"/>
              </a:rPr>
              <a:t> </a:t>
            </a:r>
            <a:r>
              <a:rPr sz="2400" spc="-50" dirty="0">
                <a:latin typeface="Verdana"/>
                <a:cs typeface="Verdana"/>
              </a:rPr>
              <a:t>address</a:t>
            </a:r>
            <a:r>
              <a:rPr sz="2400" spc="-165" dirty="0">
                <a:latin typeface="Verdana"/>
                <a:cs typeface="Verdana"/>
              </a:rPr>
              <a:t> </a:t>
            </a:r>
            <a:r>
              <a:rPr sz="2400" spc="-110" dirty="0">
                <a:latin typeface="Verdana"/>
                <a:cs typeface="Verdana"/>
              </a:rPr>
              <a:t>like</a:t>
            </a:r>
            <a:r>
              <a:rPr sz="2400" spc="-215" dirty="0">
                <a:latin typeface="Verdana"/>
                <a:cs typeface="Verdana"/>
              </a:rPr>
              <a:t> </a:t>
            </a:r>
            <a:r>
              <a:rPr sz="2400" b="1" dirty="0">
                <a:solidFill>
                  <a:srgbClr val="006FC0"/>
                </a:solidFill>
                <a:latin typeface="Gothic Uralic"/>
                <a:cs typeface="Gothic Uralic"/>
                <a:hlinkClick r:id="rId3"/>
              </a:rPr>
              <a:t>jdoe@gmail.com</a:t>
            </a:r>
            <a:r>
              <a:rPr sz="2400" b="1" spc="-10" dirty="0">
                <a:solidFill>
                  <a:srgbClr val="006FC0"/>
                </a:solidFill>
                <a:latin typeface="Gothic Uralic"/>
                <a:cs typeface="Gothic Uralic"/>
                <a:hlinkClick r:id="rId3"/>
              </a:rPr>
              <a:t> </a:t>
            </a:r>
            <a:r>
              <a:rPr sz="2400" spc="-95" dirty="0">
                <a:latin typeface="Verdana"/>
                <a:cs typeface="Verdana"/>
              </a:rPr>
              <a:t>or</a:t>
            </a:r>
            <a:r>
              <a:rPr sz="2400" spc="-180" dirty="0">
                <a:latin typeface="Verdana"/>
                <a:cs typeface="Verdana"/>
              </a:rPr>
              <a:t> </a:t>
            </a:r>
            <a:r>
              <a:rPr sz="2400" b="1" dirty="0">
                <a:solidFill>
                  <a:srgbClr val="006FC0"/>
                </a:solidFill>
                <a:latin typeface="Gothic Uralic"/>
                <a:cs typeface="Gothic Uralic"/>
                <a:hlinkClick r:id="rId4"/>
              </a:rPr>
              <a:t>jd@yahoo.com</a:t>
            </a:r>
            <a:endParaRPr sz="2400" dirty="0">
              <a:latin typeface="Gothic Uralic"/>
              <a:cs typeface="Gothic Uralic"/>
            </a:endParaRPr>
          </a:p>
          <a:p>
            <a:pPr marL="366395" lvl="1" indent="-183515">
              <a:spcBef>
                <a:spcPts val="890"/>
              </a:spcBef>
              <a:buClr>
                <a:srgbClr val="252525"/>
              </a:buClr>
              <a:buFont typeface="Arial"/>
              <a:buChar char="◦"/>
              <a:tabLst>
                <a:tab pos="367030" algn="l"/>
              </a:tabLst>
            </a:pPr>
            <a:r>
              <a:rPr sz="3600" b="1" spc="-5" dirty="0">
                <a:solidFill>
                  <a:srgbClr val="FF0000"/>
                </a:solidFill>
                <a:latin typeface="Gothic Uralic"/>
                <a:cs typeface="Gothic Uralic"/>
              </a:rPr>
              <a:t>“</a:t>
            </a:r>
            <a:r>
              <a:rPr sz="2400" b="1" spc="-5" dirty="0">
                <a:solidFill>
                  <a:srgbClr val="FF0000"/>
                </a:solidFill>
                <a:latin typeface="Gothic Uralic"/>
                <a:cs typeface="Gothic Uralic"/>
              </a:rPr>
              <a:t>Remember, simple and professional. No numbers, nick</a:t>
            </a:r>
            <a:r>
              <a:rPr sz="2400" b="1" spc="-15" dirty="0">
                <a:solidFill>
                  <a:srgbClr val="FF0000"/>
                </a:solidFill>
                <a:latin typeface="Gothic Uralic"/>
                <a:cs typeface="Gothic Uralic"/>
              </a:rPr>
              <a:t> </a:t>
            </a:r>
            <a:r>
              <a:rPr sz="2400" b="1" spc="-5" dirty="0">
                <a:solidFill>
                  <a:srgbClr val="FF0000"/>
                </a:solidFill>
                <a:latin typeface="Gothic Uralic"/>
                <a:cs typeface="Gothic Uralic"/>
              </a:rPr>
              <a:t>names</a:t>
            </a:r>
            <a:endParaRPr sz="2400" dirty="0">
              <a:solidFill>
                <a:srgbClr val="FF0000"/>
              </a:solidFill>
              <a:latin typeface="Gothic Uralic"/>
              <a:cs typeface="Gothic Uralic"/>
            </a:endParaRPr>
          </a:p>
          <a:p>
            <a:pPr marL="1931035" lvl="2">
              <a:spcBef>
                <a:spcPts val="900"/>
              </a:spcBef>
              <a:buClr>
                <a:srgbClr val="252525"/>
              </a:buClr>
              <a:tabLst>
                <a:tab pos="2199640" algn="l"/>
                <a:tab pos="2200275" algn="l"/>
              </a:tabLst>
            </a:pPr>
            <a:r>
              <a:rPr lang="en-US" sz="2400" b="1" spc="-5" dirty="0">
                <a:solidFill>
                  <a:srgbClr val="FF0000"/>
                </a:solidFill>
                <a:latin typeface="Gothic Uralic"/>
                <a:cs typeface="Gothic Uralic"/>
              </a:rPr>
              <a:t>  </a:t>
            </a:r>
            <a:r>
              <a:rPr sz="2400" b="1" spc="-5" dirty="0">
                <a:solidFill>
                  <a:srgbClr val="FF0000"/>
                </a:solidFill>
                <a:latin typeface="Gothic Uralic"/>
                <a:cs typeface="Gothic Uralic"/>
              </a:rPr>
              <a:t>or </a:t>
            </a:r>
            <a:r>
              <a:rPr sz="2400" b="1" dirty="0">
                <a:solidFill>
                  <a:srgbClr val="FF0000"/>
                </a:solidFill>
                <a:latin typeface="Gothic Uralic"/>
                <a:cs typeface="Gothic Uralic"/>
              </a:rPr>
              <a:t>references to </a:t>
            </a:r>
            <a:r>
              <a:rPr sz="2400" b="1" spc="-5" dirty="0">
                <a:solidFill>
                  <a:srgbClr val="FF0000"/>
                </a:solidFill>
                <a:latin typeface="Gothic Uralic"/>
                <a:cs typeface="Gothic Uralic"/>
              </a:rPr>
              <a:t>cartoon</a:t>
            </a:r>
            <a:r>
              <a:rPr sz="2400" b="1" spc="-10" dirty="0">
                <a:solidFill>
                  <a:srgbClr val="FF0000"/>
                </a:solidFill>
                <a:latin typeface="Gothic Uralic"/>
                <a:cs typeface="Gothic Uralic"/>
              </a:rPr>
              <a:t> </a:t>
            </a:r>
            <a:r>
              <a:rPr sz="2400" b="1" spc="-5" dirty="0">
                <a:solidFill>
                  <a:srgbClr val="FF0000"/>
                </a:solidFill>
                <a:latin typeface="Gothic Uralic"/>
                <a:cs typeface="Gothic Uralic"/>
              </a:rPr>
              <a:t>characters…</a:t>
            </a:r>
            <a:r>
              <a:rPr sz="3600" b="1" spc="-5" dirty="0">
                <a:solidFill>
                  <a:srgbClr val="FF0000"/>
                </a:solidFill>
                <a:latin typeface="Gothic Uralic"/>
                <a:cs typeface="Gothic Uralic"/>
              </a:rPr>
              <a:t>”</a:t>
            </a:r>
            <a:endParaRPr sz="3600" dirty="0">
              <a:solidFill>
                <a:srgbClr val="FF0000"/>
              </a:solidFill>
              <a:latin typeface="Gothic Uralic"/>
              <a:cs typeface="Gothic Uralic"/>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6498" y="533400"/>
            <a:ext cx="3426460" cy="756920"/>
          </a:xfrm>
          <a:prstGeom prst="rect">
            <a:avLst/>
          </a:prstGeom>
        </p:spPr>
        <p:txBody>
          <a:bodyPr vert="horz" wrap="square" lIns="0" tIns="12700" rIns="0" bIns="0" rtlCol="0">
            <a:spAutoFit/>
          </a:bodyPr>
          <a:lstStyle/>
          <a:p>
            <a:pPr marL="12700">
              <a:lnSpc>
                <a:spcPct val="100000"/>
              </a:lnSpc>
              <a:spcBef>
                <a:spcPts val="100"/>
              </a:spcBef>
            </a:pPr>
            <a:r>
              <a:rPr sz="4800" spc="550" dirty="0"/>
              <a:t>CC</a:t>
            </a:r>
            <a:r>
              <a:rPr sz="4800" spc="-395" dirty="0"/>
              <a:t> </a:t>
            </a:r>
            <a:r>
              <a:rPr sz="4800" spc="-405" dirty="0"/>
              <a:t>VS </a:t>
            </a:r>
            <a:r>
              <a:rPr sz="4800" spc="180" dirty="0"/>
              <a:t>BCC</a:t>
            </a:r>
            <a:endParaRPr sz="4800" dirty="0"/>
          </a:p>
        </p:txBody>
      </p:sp>
      <p:sp>
        <p:nvSpPr>
          <p:cNvPr id="3" name="object 3"/>
          <p:cNvSpPr txBox="1"/>
          <p:nvPr/>
        </p:nvSpPr>
        <p:spPr>
          <a:xfrm>
            <a:off x="762000" y="1587580"/>
            <a:ext cx="10896600" cy="4716356"/>
          </a:xfrm>
          <a:prstGeom prst="rect">
            <a:avLst/>
          </a:prstGeom>
        </p:spPr>
        <p:txBody>
          <a:bodyPr vert="horz" wrap="square" lIns="0" tIns="12700" rIns="0" bIns="0" rtlCol="0">
            <a:spAutoFit/>
          </a:bodyPr>
          <a:lstStyle/>
          <a:p>
            <a:pPr marL="195580" marR="5080" indent="-183515" algn="just">
              <a:lnSpc>
                <a:spcPct val="150000"/>
              </a:lnSpc>
              <a:spcBef>
                <a:spcPts val="100"/>
              </a:spcBef>
              <a:buClr>
                <a:srgbClr val="252525"/>
              </a:buClr>
              <a:buFont typeface="Arial"/>
              <a:buChar char="◦"/>
              <a:tabLst>
                <a:tab pos="196215" algn="l"/>
              </a:tabLst>
            </a:pPr>
            <a:r>
              <a:rPr sz="2400" spc="-265" dirty="0">
                <a:solidFill>
                  <a:srgbClr val="C00000"/>
                </a:solidFill>
                <a:latin typeface="Verdana"/>
                <a:cs typeface="Verdana"/>
              </a:rPr>
              <a:t>To:</a:t>
            </a:r>
            <a:r>
              <a:rPr sz="2400" spc="-85" dirty="0">
                <a:solidFill>
                  <a:srgbClr val="C00000"/>
                </a:solidFill>
                <a:latin typeface="Verdana"/>
                <a:cs typeface="Verdana"/>
              </a:rPr>
              <a:t> </a:t>
            </a:r>
            <a:r>
              <a:rPr sz="2400" spc="-290" dirty="0">
                <a:latin typeface="Verdana"/>
                <a:cs typeface="Verdana"/>
              </a:rPr>
              <a:t>If</a:t>
            </a:r>
            <a:r>
              <a:rPr sz="2400" spc="-170" dirty="0">
                <a:latin typeface="Verdana"/>
                <a:cs typeface="Verdana"/>
              </a:rPr>
              <a:t> </a:t>
            </a:r>
            <a:r>
              <a:rPr sz="2400" spc="-30" dirty="0">
                <a:latin typeface="Verdana"/>
                <a:cs typeface="Verdana"/>
              </a:rPr>
              <a:t>you</a:t>
            </a:r>
            <a:r>
              <a:rPr sz="2400" spc="-180" dirty="0">
                <a:latin typeface="Verdana"/>
                <a:cs typeface="Verdana"/>
              </a:rPr>
              <a:t> </a:t>
            </a:r>
            <a:r>
              <a:rPr sz="2400" spc="5" dirty="0">
                <a:latin typeface="Verdana"/>
                <a:cs typeface="Verdana"/>
              </a:rPr>
              <a:t>are</a:t>
            </a:r>
            <a:r>
              <a:rPr sz="2400" spc="-175" dirty="0">
                <a:latin typeface="Verdana"/>
                <a:cs typeface="Verdana"/>
              </a:rPr>
              <a:t> </a:t>
            </a:r>
            <a:r>
              <a:rPr sz="2400" spc="10" dirty="0">
                <a:latin typeface="Verdana"/>
                <a:cs typeface="Verdana"/>
              </a:rPr>
              <a:t>creating</a:t>
            </a:r>
            <a:r>
              <a:rPr sz="2400" spc="-210" dirty="0">
                <a:latin typeface="Verdana"/>
                <a:cs typeface="Verdana"/>
              </a:rPr>
              <a:t> </a:t>
            </a:r>
            <a:r>
              <a:rPr sz="2400" spc="195" dirty="0">
                <a:latin typeface="Verdana"/>
                <a:cs typeface="Verdana"/>
              </a:rPr>
              <a:t>a</a:t>
            </a:r>
            <a:r>
              <a:rPr sz="2400" spc="-195" dirty="0">
                <a:latin typeface="Verdana"/>
                <a:cs typeface="Verdana"/>
              </a:rPr>
              <a:t> </a:t>
            </a:r>
            <a:r>
              <a:rPr sz="2400" spc="-45" dirty="0">
                <a:latin typeface="Verdana"/>
                <a:cs typeface="Verdana"/>
              </a:rPr>
              <a:t>message,</a:t>
            </a:r>
            <a:r>
              <a:rPr sz="2400" spc="-190" dirty="0">
                <a:latin typeface="Verdana"/>
                <a:cs typeface="Verdana"/>
              </a:rPr>
              <a:t> </a:t>
            </a:r>
            <a:r>
              <a:rPr sz="2400" spc="-30" dirty="0">
                <a:latin typeface="Verdana"/>
                <a:cs typeface="Verdana"/>
              </a:rPr>
              <a:t>you</a:t>
            </a:r>
            <a:r>
              <a:rPr sz="2400" spc="-180" dirty="0">
                <a:latin typeface="Verdana"/>
                <a:cs typeface="Verdana"/>
              </a:rPr>
              <a:t> </a:t>
            </a:r>
            <a:r>
              <a:rPr sz="2400" spc="-10" dirty="0">
                <a:latin typeface="Verdana"/>
                <a:cs typeface="Verdana"/>
              </a:rPr>
              <a:t>may</a:t>
            </a:r>
            <a:r>
              <a:rPr sz="2400" spc="-190" dirty="0">
                <a:latin typeface="Verdana"/>
                <a:cs typeface="Verdana"/>
              </a:rPr>
              <a:t> </a:t>
            </a:r>
            <a:r>
              <a:rPr sz="2400" spc="-25" dirty="0">
                <a:latin typeface="Verdana"/>
                <a:cs typeface="Verdana"/>
              </a:rPr>
              <a:t>put</a:t>
            </a:r>
            <a:r>
              <a:rPr sz="2400" spc="-180" dirty="0">
                <a:latin typeface="Verdana"/>
                <a:cs typeface="Verdana"/>
              </a:rPr>
              <a:t> </a:t>
            </a:r>
            <a:r>
              <a:rPr sz="2400" spc="-110" dirty="0">
                <a:latin typeface="Verdana"/>
                <a:cs typeface="Verdana"/>
              </a:rPr>
              <a:t>in</a:t>
            </a:r>
            <a:r>
              <a:rPr sz="2400" spc="-204" dirty="0">
                <a:latin typeface="Verdana"/>
                <a:cs typeface="Verdana"/>
              </a:rPr>
              <a:t> </a:t>
            </a:r>
            <a:r>
              <a:rPr sz="2400" spc="60" dirty="0">
                <a:latin typeface="Verdana"/>
                <a:cs typeface="Verdana"/>
              </a:rPr>
              <a:t>one</a:t>
            </a:r>
            <a:r>
              <a:rPr sz="2400" spc="-180" dirty="0">
                <a:latin typeface="Verdana"/>
                <a:cs typeface="Verdana"/>
              </a:rPr>
              <a:t> </a:t>
            </a:r>
            <a:r>
              <a:rPr sz="2400" spc="-95" dirty="0">
                <a:latin typeface="Verdana"/>
                <a:cs typeface="Verdana"/>
              </a:rPr>
              <a:t>or</a:t>
            </a:r>
            <a:r>
              <a:rPr sz="2400" spc="-180" dirty="0">
                <a:latin typeface="Verdana"/>
                <a:cs typeface="Verdana"/>
              </a:rPr>
              <a:t> </a:t>
            </a:r>
            <a:r>
              <a:rPr sz="2400" spc="-40" dirty="0">
                <a:latin typeface="Verdana"/>
                <a:cs typeface="Verdana"/>
              </a:rPr>
              <a:t>more</a:t>
            </a:r>
            <a:r>
              <a:rPr sz="2400" spc="-175" dirty="0">
                <a:latin typeface="Verdana"/>
                <a:cs typeface="Verdana"/>
              </a:rPr>
              <a:t> </a:t>
            </a:r>
            <a:r>
              <a:rPr sz="2400" spc="-70" dirty="0">
                <a:latin typeface="Verdana"/>
                <a:cs typeface="Verdana"/>
              </a:rPr>
              <a:t>e-  </a:t>
            </a:r>
            <a:r>
              <a:rPr sz="2400" spc="-55" dirty="0">
                <a:latin typeface="Verdana"/>
                <a:cs typeface="Verdana"/>
              </a:rPr>
              <a:t>mail </a:t>
            </a:r>
            <a:r>
              <a:rPr sz="2400" spc="-60" dirty="0">
                <a:latin typeface="Verdana"/>
                <a:cs typeface="Verdana"/>
              </a:rPr>
              <a:t>addresses </a:t>
            </a:r>
            <a:r>
              <a:rPr sz="2400" spc="15" dirty="0">
                <a:latin typeface="Verdana"/>
                <a:cs typeface="Verdana"/>
              </a:rPr>
              <a:t>separated</a:t>
            </a:r>
            <a:r>
              <a:rPr sz="2400" spc="-645" dirty="0">
                <a:latin typeface="Verdana"/>
                <a:cs typeface="Verdana"/>
              </a:rPr>
              <a:t> </a:t>
            </a:r>
            <a:r>
              <a:rPr sz="2400" dirty="0">
                <a:latin typeface="Verdana"/>
                <a:cs typeface="Verdana"/>
              </a:rPr>
              <a:t>by </a:t>
            </a:r>
            <a:r>
              <a:rPr sz="2400" spc="-15" dirty="0">
                <a:latin typeface="Verdana"/>
                <a:cs typeface="Verdana"/>
              </a:rPr>
              <a:t>commas.</a:t>
            </a:r>
            <a:endParaRPr sz="2400" dirty="0">
              <a:latin typeface="Verdana"/>
              <a:cs typeface="Verdana"/>
            </a:endParaRPr>
          </a:p>
          <a:p>
            <a:pPr marL="195580" indent="-183515" algn="just">
              <a:lnSpc>
                <a:spcPct val="150000"/>
              </a:lnSpc>
              <a:spcBef>
                <a:spcPts val="900"/>
              </a:spcBef>
              <a:buClr>
                <a:srgbClr val="252525"/>
              </a:buClr>
              <a:buFont typeface="Arial"/>
              <a:buChar char="◦"/>
              <a:tabLst>
                <a:tab pos="196215" algn="l"/>
              </a:tabLst>
            </a:pPr>
            <a:r>
              <a:rPr sz="2400" spc="50" dirty="0">
                <a:solidFill>
                  <a:srgbClr val="C00000"/>
                </a:solidFill>
                <a:latin typeface="Verdana"/>
                <a:cs typeface="Verdana"/>
              </a:rPr>
              <a:t>Cc: </a:t>
            </a:r>
            <a:r>
              <a:rPr sz="2400" spc="-60" dirty="0">
                <a:latin typeface="Verdana"/>
                <a:cs typeface="Verdana"/>
              </a:rPr>
              <a:t>Send </a:t>
            </a:r>
            <a:r>
              <a:rPr sz="2400" spc="75" dirty="0">
                <a:latin typeface="Verdana"/>
                <a:cs typeface="Verdana"/>
              </a:rPr>
              <a:t>people </a:t>
            </a:r>
            <a:r>
              <a:rPr sz="2400" spc="-50" dirty="0">
                <a:latin typeface="Verdana"/>
                <a:cs typeface="Verdana"/>
              </a:rPr>
              <a:t>courtesy</a:t>
            </a:r>
            <a:r>
              <a:rPr sz="2400" spc="-114" dirty="0">
                <a:latin typeface="Verdana"/>
                <a:cs typeface="Verdana"/>
              </a:rPr>
              <a:t> </a:t>
            </a:r>
            <a:r>
              <a:rPr sz="2400" spc="-5" dirty="0">
                <a:latin typeface="Verdana"/>
                <a:cs typeface="Verdana"/>
              </a:rPr>
              <a:t>copies.</a:t>
            </a:r>
            <a:endParaRPr sz="2400" dirty="0">
              <a:latin typeface="Verdana"/>
              <a:cs typeface="Verdana"/>
            </a:endParaRPr>
          </a:p>
          <a:p>
            <a:pPr marL="195580" marR="521970" indent="-183515" algn="just">
              <a:lnSpc>
                <a:spcPct val="150000"/>
              </a:lnSpc>
              <a:spcBef>
                <a:spcPts val="900"/>
              </a:spcBef>
              <a:buClr>
                <a:srgbClr val="252525"/>
              </a:buClr>
              <a:buFont typeface="Arial"/>
              <a:buChar char="◦"/>
              <a:tabLst>
                <a:tab pos="196215" algn="l"/>
              </a:tabLst>
            </a:pPr>
            <a:r>
              <a:rPr sz="2400" spc="-30" dirty="0">
                <a:solidFill>
                  <a:srgbClr val="C00000"/>
                </a:solidFill>
                <a:latin typeface="Verdana"/>
                <a:cs typeface="Verdana"/>
              </a:rPr>
              <a:t>Bcc:</a:t>
            </a:r>
            <a:r>
              <a:rPr sz="2400" spc="484" dirty="0">
                <a:solidFill>
                  <a:srgbClr val="C00000"/>
                </a:solidFill>
                <a:latin typeface="Verdana"/>
                <a:cs typeface="Verdana"/>
              </a:rPr>
              <a:t> </a:t>
            </a:r>
            <a:r>
              <a:rPr sz="2400" spc="-60" dirty="0">
                <a:latin typeface="Verdana"/>
                <a:cs typeface="Verdana"/>
              </a:rPr>
              <a:t>Send</a:t>
            </a:r>
            <a:r>
              <a:rPr sz="2400" spc="-180" dirty="0">
                <a:latin typeface="Verdana"/>
                <a:cs typeface="Verdana"/>
              </a:rPr>
              <a:t> </a:t>
            </a:r>
            <a:r>
              <a:rPr sz="2400" spc="195" dirty="0">
                <a:latin typeface="Verdana"/>
                <a:cs typeface="Verdana"/>
              </a:rPr>
              <a:t>a</a:t>
            </a:r>
            <a:r>
              <a:rPr sz="2400" spc="-180" dirty="0">
                <a:latin typeface="Verdana"/>
                <a:cs typeface="Verdana"/>
              </a:rPr>
              <a:t> </a:t>
            </a:r>
            <a:r>
              <a:rPr sz="2400" spc="-120" dirty="0">
                <a:latin typeface="Verdana"/>
                <a:cs typeface="Verdana"/>
              </a:rPr>
              <a:t>"blind"</a:t>
            </a:r>
            <a:r>
              <a:rPr sz="2400" spc="-220" dirty="0">
                <a:latin typeface="Verdana"/>
                <a:cs typeface="Verdana"/>
              </a:rPr>
              <a:t> </a:t>
            </a:r>
            <a:r>
              <a:rPr sz="2400" spc="100" dirty="0">
                <a:latin typeface="Verdana"/>
                <a:cs typeface="Verdana"/>
              </a:rPr>
              <a:t>copy</a:t>
            </a:r>
            <a:r>
              <a:rPr sz="2400" spc="-170" dirty="0">
                <a:latin typeface="Verdana"/>
                <a:cs typeface="Verdana"/>
              </a:rPr>
              <a:t> </a:t>
            </a:r>
            <a:r>
              <a:rPr sz="2400" spc="-10" dirty="0">
                <a:latin typeface="Verdana"/>
                <a:cs typeface="Verdana"/>
              </a:rPr>
              <a:t>to</a:t>
            </a:r>
            <a:r>
              <a:rPr sz="2400" spc="-175" dirty="0">
                <a:latin typeface="Verdana"/>
                <a:cs typeface="Verdana"/>
              </a:rPr>
              <a:t> </a:t>
            </a:r>
            <a:r>
              <a:rPr sz="2400" spc="-20" dirty="0">
                <a:latin typeface="Verdana"/>
                <a:cs typeface="Verdana"/>
              </a:rPr>
              <a:t>another</a:t>
            </a:r>
            <a:r>
              <a:rPr sz="2400" spc="-180" dirty="0">
                <a:latin typeface="Verdana"/>
                <a:cs typeface="Verdana"/>
              </a:rPr>
              <a:t> </a:t>
            </a:r>
            <a:r>
              <a:rPr sz="2400" spc="-75" dirty="0">
                <a:latin typeface="Verdana"/>
                <a:cs typeface="Verdana"/>
              </a:rPr>
              <a:t>person.</a:t>
            </a:r>
            <a:r>
              <a:rPr sz="2400" spc="-180" dirty="0">
                <a:latin typeface="Verdana"/>
                <a:cs typeface="Verdana"/>
              </a:rPr>
              <a:t> </a:t>
            </a:r>
            <a:r>
              <a:rPr sz="2400" spc="-135" dirty="0">
                <a:latin typeface="Verdana"/>
                <a:cs typeface="Verdana"/>
              </a:rPr>
              <a:t>The</a:t>
            </a:r>
            <a:r>
              <a:rPr sz="2400" spc="-165" dirty="0">
                <a:latin typeface="Verdana"/>
                <a:cs typeface="Verdana"/>
              </a:rPr>
              <a:t> </a:t>
            </a:r>
            <a:r>
              <a:rPr sz="2400" spc="-275" dirty="0">
                <a:latin typeface="Verdana"/>
                <a:cs typeface="Verdana"/>
              </a:rPr>
              <a:t>"To"</a:t>
            </a:r>
            <a:r>
              <a:rPr sz="2400" spc="-175" dirty="0">
                <a:latin typeface="Verdana"/>
                <a:cs typeface="Verdana"/>
              </a:rPr>
              <a:t> </a:t>
            </a:r>
            <a:r>
              <a:rPr sz="2400" spc="90" dirty="0">
                <a:latin typeface="Verdana"/>
                <a:cs typeface="Verdana"/>
              </a:rPr>
              <a:t>and</a:t>
            </a:r>
            <a:r>
              <a:rPr sz="2400" spc="-175" dirty="0">
                <a:latin typeface="Verdana"/>
                <a:cs typeface="Verdana"/>
              </a:rPr>
              <a:t> </a:t>
            </a:r>
            <a:r>
              <a:rPr sz="2400" spc="-40" dirty="0">
                <a:latin typeface="Verdana"/>
                <a:cs typeface="Verdana"/>
              </a:rPr>
              <a:t>"Cc"  </a:t>
            </a:r>
            <a:r>
              <a:rPr sz="2400" spc="75" dirty="0">
                <a:latin typeface="Verdana"/>
                <a:cs typeface="Verdana"/>
              </a:rPr>
              <a:t>people</a:t>
            </a:r>
            <a:r>
              <a:rPr sz="2400" spc="-180" dirty="0">
                <a:latin typeface="Verdana"/>
                <a:cs typeface="Verdana"/>
              </a:rPr>
              <a:t> </a:t>
            </a:r>
            <a:r>
              <a:rPr sz="2400" spc="-50" dirty="0">
                <a:latin typeface="Verdana"/>
                <a:cs typeface="Verdana"/>
              </a:rPr>
              <a:t>won't</a:t>
            </a:r>
            <a:r>
              <a:rPr sz="2400" spc="-175" dirty="0">
                <a:latin typeface="Verdana"/>
                <a:cs typeface="Verdana"/>
              </a:rPr>
              <a:t> </a:t>
            </a:r>
            <a:r>
              <a:rPr sz="2400" spc="-70" dirty="0">
                <a:latin typeface="Verdana"/>
                <a:cs typeface="Verdana"/>
              </a:rPr>
              <a:t>know.</a:t>
            </a:r>
            <a:r>
              <a:rPr sz="2400" spc="-180" dirty="0">
                <a:latin typeface="Verdana"/>
                <a:cs typeface="Verdana"/>
              </a:rPr>
              <a:t> </a:t>
            </a:r>
            <a:r>
              <a:rPr sz="2400" spc="-290" dirty="0">
                <a:latin typeface="Verdana"/>
                <a:cs typeface="Verdana"/>
              </a:rPr>
              <a:t>If</a:t>
            </a:r>
            <a:r>
              <a:rPr sz="2400" spc="-180" dirty="0">
                <a:latin typeface="Verdana"/>
                <a:cs typeface="Verdana"/>
              </a:rPr>
              <a:t> </a:t>
            </a:r>
            <a:r>
              <a:rPr sz="2400" spc="-30" dirty="0">
                <a:latin typeface="Verdana"/>
                <a:cs typeface="Verdana"/>
              </a:rPr>
              <a:t>you</a:t>
            </a:r>
            <a:r>
              <a:rPr sz="2400" spc="-170" dirty="0">
                <a:latin typeface="Verdana"/>
                <a:cs typeface="Verdana"/>
              </a:rPr>
              <a:t> </a:t>
            </a:r>
            <a:r>
              <a:rPr sz="2400" spc="5" dirty="0">
                <a:latin typeface="Verdana"/>
                <a:cs typeface="Verdana"/>
              </a:rPr>
              <a:t>are</a:t>
            </a:r>
            <a:r>
              <a:rPr sz="2400" spc="-180" dirty="0">
                <a:latin typeface="Verdana"/>
                <a:cs typeface="Verdana"/>
              </a:rPr>
              <a:t> </a:t>
            </a:r>
            <a:r>
              <a:rPr sz="2400" spc="-30" dirty="0">
                <a:latin typeface="Verdana"/>
                <a:cs typeface="Verdana"/>
              </a:rPr>
              <a:t>sending</a:t>
            </a:r>
            <a:r>
              <a:rPr sz="2400" spc="-210" dirty="0">
                <a:latin typeface="Verdana"/>
                <a:cs typeface="Verdana"/>
              </a:rPr>
              <a:t> </a:t>
            </a:r>
            <a:r>
              <a:rPr sz="2400" spc="195" dirty="0">
                <a:latin typeface="Verdana"/>
                <a:cs typeface="Verdana"/>
              </a:rPr>
              <a:t>a</a:t>
            </a:r>
            <a:r>
              <a:rPr sz="2400" spc="-175" dirty="0">
                <a:latin typeface="Verdana"/>
                <a:cs typeface="Verdana"/>
              </a:rPr>
              <a:t> </a:t>
            </a:r>
            <a:r>
              <a:rPr sz="2400" dirty="0">
                <a:latin typeface="Verdana"/>
                <a:cs typeface="Verdana"/>
              </a:rPr>
              <a:t>group</a:t>
            </a:r>
            <a:r>
              <a:rPr sz="2400" spc="-190" dirty="0">
                <a:latin typeface="Verdana"/>
                <a:cs typeface="Verdana"/>
              </a:rPr>
              <a:t> </a:t>
            </a:r>
            <a:r>
              <a:rPr sz="2400" spc="10" dirty="0">
                <a:latin typeface="Verdana"/>
                <a:cs typeface="Verdana"/>
              </a:rPr>
              <a:t>of</a:t>
            </a:r>
            <a:r>
              <a:rPr sz="2400" spc="-175" dirty="0">
                <a:latin typeface="Verdana"/>
                <a:cs typeface="Verdana"/>
              </a:rPr>
              <a:t> </a:t>
            </a:r>
            <a:r>
              <a:rPr sz="2400" spc="75" dirty="0">
                <a:latin typeface="Verdana"/>
                <a:cs typeface="Verdana"/>
              </a:rPr>
              <a:t>people</a:t>
            </a:r>
            <a:r>
              <a:rPr sz="2400" spc="-165" dirty="0">
                <a:latin typeface="Verdana"/>
                <a:cs typeface="Verdana"/>
              </a:rPr>
              <a:t> </a:t>
            </a:r>
            <a:r>
              <a:rPr sz="2400" spc="90" dirty="0">
                <a:latin typeface="Verdana"/>
                <a:cs typeface="Verdana"/>
              </a:rPr>
              <a:t>and  </a:t>
            </a:r>
            <a:r>
              <a:rPr sz="2400" spc="-25" dirty="0">
                <a:latin typeface="Verdana"/>
                <a:cs typeface="Verdana"/>
              </a:rPr>
              <a:t>don't</a:t>
            </a:r>
            <a:r>
              <a:rPr sz="2400" spc="-180" dirty="0">
                <a:latin typeface="Verdana"/>
                <a:cs typeface="Verdana"/>
              </a:rPr>
              <a:t> </a:t>
            </a:r>
            <a:r>
              <a:rPr sz="2400" spc="5" dirty="0">
                <a:latin typeface="Verdana"/>
                <a:cs typeface="Verdana"/>
              </a:rPr>
              <a:t>want</a:t>
            </a:r>
            <a:r>
              <a:rPr sz="2400" spc="-175" dirty="0">
                <a:latin typeface="Verdana"/>
                <a:cs typeface="Verdana"/>
              </a:rPr>
              <a:t> </a:t>
            </a:r>
            <a:r>
              <a:rPr sz="2400" spc="-10" dirty="0">
                <a:latin typeface="Verdana"/>
                <a:cs typeface="Verdana"/>
              </a:rPr>
              <a:t>everyone</a:t>
            </a:r>
            <a:r>
              <a:rPr sz="2400" spc="-204" dirty="0">
                <a:latin typeface="Verdana"/>
                <a:cs typeface="Verdana"/>
              </a:rPr>
              <a:t> </a:t>
            </a:r>
            <a:r>
              <a:rPr sz="2400" spc="-10" dirty="0">
                <a:latin typeface="Verdana"/>
                <a:cs typeface="Verdana"/>
              </a:rPr>
              <a:t>to</a:t>
            </a:r>
            <a:r>
              <a:rPr sz="2400" spc="-180" dirty="0">
                <a:latin typeface="Verdana"/>
                <a:cs typeface="Verdana"/>
              </a:rPr>
              <a:t> </a:t>
            </a:r>
            <a:r>
              <a:rPr sz="2400" spc="-25" dirty="0">
                <a:latin typeface="Verdana"/>
                <a:cs typeface="Verdana"/>
              </a:rPr>
              <a:t>see</a:t>
            </a:r>
            <a:r>
              <a:rPr sz="2400" spc="-180" dirty="0">
                <a:latin typeface="Verdana"/>
                <a:cs typeface="Verdana"/>
              </a:rPr>
              <a:t> </a:t>
            </a:r>
            <a:r>
              <a:rPr sz="2400" spc="-20" dirty="0">
                <a:latin typeface="Verdana"/>
                <a:cs typeface="Verdana"/>
              </a:rPr>
              <a:t>the</a:t>
            </a:r>
            <a:r>
              <a:rPr sz="2400" spc="-180" dirty="0">
                <a:latin typeface="Verdana"/>
                <a:cs typeface="Verdana"/>
              </a:rPr>
              <a:t> </a:t>
            </a:r>
            <a:r>
              <a:rPr sz="2400" spc="-75" dirty="0">
                <a:latin typeface="Verdana"/>
                <a:cs typeface="Verdana"/>
              </a:rPr>
              <a:t>addresses,</a:t>
            </a:r>
            <a:r>
              <a:rPr sz="2400" spc="-165" dirty="0">
                <a:latin typeface="Verdana"/>
                <a:cs typeface="Verdana"/>
              </a:rPr>
              <a:t> </a:t>
            </a:r>
            <a:r>
              <a:rPr sz="2400" spc="-50" dirty="0">
                <a:latin typeface="Verdana"/>
                <a:cs typeface="Verdana"/>
              </a:rPr>
              <a:t>enter</a:t>
            </a:r>
            <a:r>
              <a:rPr sz="2400" spc="-180" dirty="0">
                <a:latin typeface="Verdana"/>
                <a:cs typeface="Verdana"/>
              </a:rPr>
              <a:t> </a:t>
            </a:r>
            <a:r>
              <a:rPr sz="2400" spc="-35" dirty="0">
                <a:latin typeface="Verdana"/>
                <a:cs typeface="Verdana"/>
              </a:rPr>
              <a:t>them</a:t>
            </a:r>
            <a:r>
              <a:rPr sz="2400" spc="-195" dirty="0">
                <a:latin typeface="Verdana"/>
                <a:cs typeface="Verdana"/>
              </a:rPr>
              <a:t> </a:t>
            </a:r>
            <a:r>
              <a:rPr sz="2400" spc="-65" dirty="0">
                <a:latin typeface="Verdana"/>
                <a:cs typeface="Verdana"/>
              </a:rPr>
              <a:t>as</a:t>
            </a:r>
            <a:r>
              <a:rPr sz="2400" spc="-180" dirty="0">
                <a:latin typeface="Verdana"/>
                <a:cs typeface="Verdana"/>
              </a:rPr>
              <a:t> </a:t>
            </a:r>
            <a:r>
              <a:rPr sz="2400" spc="25" dirty="0">
                <a:latin typeface="Verdana"/>
                <a:cs typeface="Verdana"/>
              </a:rPr>
              <a:t>Bcc.</a:t>
            </a:r>
            <a:endParaRPr sz="2400" dirty="0">
              <a:latin typeface="Verdana"/>
              <a:cs typeface="Verdana"/>
            </a:endParaRPr>
          </a:p>
          <a:p>
            <a:pPr marL="195580" marR="49530" indent="-183515" algn="just">
              <a:lnSpc>
                <a:spcPct val="150000"/>
              </a:lnSpc>
              <a:spcBef>
                <a:spcPts val="905"/>
              </a:spcBef>
              <a:buClr>
                <a:srgbClr val="252525"/>
              </a:buClr>
              <a:buFont typeface="Arial"/>
              <a:buChar char="◦"/>
              <a:tabLst>
                <a:tab pos="196215" algn="l"/>
              </a:tabLst>
            </a:pPr>
            <a:r>
              <a:rPr sz="2400" spc="-185" dirty="0">
                <a:solidFill>
                  <a:srgbClr val="C00000"/>
                </a:solidFill>
                <a:latin typeface="Verdana"/>
                <a:cs typeface="Verdana"/>
              </a:rPr>
              <a:t>From:</a:t>
            </a:r>
            <a:r>
              <a:rPr sz="2400" spc="-180" dirty="0">
                <a:solidFill>
                  <a:srgbClr val="C00000"/>
                </a:solidFill>
                <a:latin typeface="Verdana"/>
                <a:cs typeface="Verdana"/>
              </a:rPr>
              <a:t> </a:t>
            </a:r>
            <a:r>
              <a:rPr sz="2400" spc="-204" dirty="0">
                <a:latin typeface="Verdana"/>
                <a:cs typeface="Verdana"/>
              </a:rPr>
              <a:t>Tells</a:t>
            </a:r>
            <a:r>
              <a:rPr sz="2400" spc="-170" dirty="0">
                <a:latin typeface="Verdana"/>
                <a:cs typeface="Verdana"/>
              </a:rPr>
              <a:t> </a:t>
            </a:r>
            <a:r>
              <a:rPr sz="2400" spc="-30" dirty="0">
                <a:latin typeface="Verdana"/>
                <a:cs typeface="Verdana"/>
              </a:rPr>
              <a:t>you</a:t>
            </a:r>
            <a:r>
              <a:rPr sz="2400" spc="-180" dirty="0">
                <a:latin typeface="Verdana"/>
                <a:cs typeface="Verdana"/>
              </a:rPr>
              <a:t> </a:t>
            </a:r>
            <a:r>
              <a:rPr sz="2400" spc="-20" dirty="0">
                <a:latin typeface="Verdana"/>
                <a:cs typeface="Verdana"/>
              </a:rPr>
              <a:t>the</a:t>
            </a:r>
            <a:r>
              <a:rPr sz="2400" spc="-185" dirty="0">
                <a:latin typeface="Verdana"/>
                <a:cs typeface="Verdana"/>
              </a:rPr>
              <a:t> </a:t>
            </a:r>
            <a:r>
              <a:rPr sz="2400" spc="45" dirty="0">
                <a:latin typeface="Verdana"/>
                <a:cs typeface="Verdana"/>
              </a:rPr>
              <a:t>name</a:t>
            </a:r>
            <a:r>
              <a:rPr sz="2400" spc="-180" dirty="0">
                <a:latin typeface="Verdana"/>
                <a:cs typeface="Verdana"/>
              </a:rPr>
              <a:t> </a:t>
            </a:r>
            <a:r>
              <a:rPr sz="2400" spc="90" dirty="0">
                <a:latin typeface="Verdana"/>
                <a:cs typeface="Verdana"/>
              </a:rPr>
              <a:t>and</a:t>
            </a:r>
            <a:r>
              <a:rPr sz="2400" spc="-180" dirty="0">
                <a:latin typeface="Verdana"/>
                <a:cs typeface="Verdana"/>
              </a:rPr>
              <a:t> </a:t>
            </a:r>
            <a:r>
              <a:rPr sz="2400" spc="-114" dirty="0">
                <a:latin typeface="Verdana"/>
                <a:cs typeface="Verdana"/>
              </a:rPr>
              <a:t>Internet</a:t>
            </a:r>
            <a:r>
              <a:rPr sz="2400" spc="-175" dirty="0">
                <a:latin typeface="Verdana"/>
                <a:cs typeface="Verdana"/>
              </a:rPr>
              <a:t> </a:t>
            </a:r>
            <a:r>
              <a:rPr sz="2400" spc="-50" dirty="0">
                <a:latin typeface="Verdana"/>
                <a:cs typeface="Verdana"/>
              </a:rPr>
              <a:t>address</a:t>
            </a:r>
            <a:r>
              <a:rPr sz="2400" spc="-175" dirty="0">
                <a:latin typeface="Verdana"/>
                <a:cs typeface="Verdana"/>
              </a:rPr>
              <a:t> </a:t>
            </a:r>
            <a:r>
              <a:rPr sz="2400" spc="10" dirty="0">
                <a:latin typeface="Verdana"/>
                <a:cs typeface="Verdana"/>
              </a:rPr>
              <a:t>of</a:t>
            </a:r>
            <a:r>
              <a:rPr sz="2400" spc="-180" dirty="0">
                <a:latin typeface="Verdana"/>
                <a:cs typeface="Verdana"/>
              </a:rPr>
              <a:t> </a:t>
            </a:r>
            <a:r>
              <a:rPr sz="2400" spc="-20" dirty="0">
                <a:latin typeface="Verdana"/>
                <a:cs typeface="Verdana"/>
              </a:rPr>
              <a:t>the</a:t>
            </a:r>
            <a:r>
              <a:rPr sz="2400" spc="-180" dirty="0">
                <a:latin typeface="Verdana"/>
                <a:cs typeface="Verdana"/>
              </a:rPr>
              <a:t> </a:t>
            </a:r>
            <a:r>
              <a:rPr sz="2400" spc="-50" dirty="0">
                <a:latin typeface="Verdana"/>
                <a:cs typeface="Verdana"/>
              </a:rPr>
              <a:t>person</a:t>
            </a:r>
            <a:r>
              <a:rPr sz="2400" spc="-160" dirty="0">
                <a:latin typeface="Verdana"/>
                <a:cs typeface="Verdana"/>
              </a:rPr>
              <a:t> </a:t>
            </a:r>
            <a:r>
              <a:rPr sz="2400" spc="25" dirty="0">
                <a:latin typeface="Verdana"/>
                <a:cs typeface="Verdana"/>
              </a:rPr>
              <a:t>who  </a:t>
            </a:r>
            <a:r>
              <a:rPr sz="2400" spc="-100" dirty="0">
                <a:latin typeface="Verdana"/>
                <a:cs typeface="Verdana"/>
              </a:rPr>
              <a:t>sent </a:t>
            </a:r>
            <a:r>
              <a:rPr sz="2400" spc="-20" dirty="0">
                <a:latin typeface="Verdana"/>
                <a:cs typeface="Verdana"/>
              </a:rPr>
              <a:t>the</a:t>
            </a:r>
            <a:r>
              <a:rPr sz="2400" spc="-275" dirty="0">
                <a:latin typeface="Verdana"/>
                <a:cs typeface="Verdana"/>
              </a:rPr>
              <a:t> </a:t>
            </a:r>
            <a:r>
              <a:rPr sz="2400" spc="-45" dirty="0">
                <a:latin typeface="Verdana"/>
                <a:cs typeface="Verdana"/>
              </a:rPr>
              <a:t>message.</a:t>
            </a:r>
            <a:endParaRPr sz="2400" dirty="0">
              <a:latin typeface="Verdana"/>
              <a:cs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539" y="900176"/>
            <a:ext cx="4498975" cy="756920"/>
          </a:xfrm>
          <a:prstGeom prst="rect">
            <a:avLst/>
          </a:prstGeom>
        </p:spPr>
        <p:txBody>
          <a:bodyPr vert="horz" wrap="square" lIns="0" tIns="12700" rIns="0" bIns="0" rtlCol="0">
            <a:spAutoFit/>
          </a:bodyPr>
          <a:lstStyle/>
          <a:p>
            <a:pPr marL="12700">
              <a:lnSpc>
                <a:spcPct val="100000"/>
              </a:lnSpc>
              <a:spcBef>
                <a:spcPts val="100"/>
              </a:spcBef>
            </a:pPr>
            <a:r>
              <a:rPr sz="4800" spc="285" dirty="0"/>
              <a:t>Add</a:t>
            </a:r>
            <a:r>
              <a:rPr sz="4800" spc="-430" dirty="0"/>
              <a:t> </a:t>
            </a:r>
            <a:r>
              <a:rPr sz="4800" spc="-215" dirty="0"/>
              <a:t>Signatures</a:t>
            </a:r>
            <a:endParaRPr sz="4800"/>
          </a:p>
        </p:txBody>
      </p:sp>
      <p:sp>
        <p:nvSpPr>
          <p:cNvPr id="3" name="object 3"/>
          <p:cNvSpPr txBox="1"/>
          <p:nvPr/>
        </p:nvSpPr>
        <p:spPr>
          <a:xfrm>
            <a:off x="624841" y="2017902"/>
            <a:ext cx="7071359" cy="4277774"/>
          </a:xfrm>
          <a:prstGeom prst="rect">
            <a:avLst/>
          </a:prstGeom>
        </p:spPr>
        <p:txBody>
          <a:bodyPr vert="horz" wrap="square" lIns="0" tIns="127000" rIns="0" bIns="0" rtlCol="0">
            <a:spAutoFit/>
          </a:bodyPr>
          <a:lstStyle/>
          <a:p>
            <a:pPr marL="195580" indent="-183515">
              <a:lnSpc>
                <a:spcPct val="150000"/>
              </a:lnSpc>
              <a:spcBef>
                <a:spcPts val="1000"/>
              </a:spcBef>
              <a:buClr>
                <a:srgbClr val="252525"/>
              </a:buClr>
              <a:buFont typeface="Arial"/>
              <a:buChar char="◦"/>
              <a:tabLst>
                <a:tab pos="196215" algn="l"/>
              </a:tabLst>
            </a:pPr>
            <a:r>
              <a:rPr sz="2400" spc="-85" dirty="0">
                <a:latin typeface="Verdana"/>
                <a:cs typeface="Verdana"/>
              </a:rPr>
              <a:t>Signatures</a:t>
            </a:r>
            <a:r>
              <a:rPr sz="2400" spc="-125" dirty="0">
                <a:latin typeface="Verdana"/>
                <a:cs typeface="Verdana"/>
              </a:rPr>
              <a:t> </a:t>
            </a:r>
            <a:r>
              <a:rPr sz="2400" spc="105" dirty="0">
                <a:latin typeface="Verdana"/>
                <a:cs typeface="Verdana"/>
              </a:rPr>
              <a:t>can</a:t>
            </a:r>
            <a:r>
              <a:rPr sz="2400" spc="-125" dirty="0">
                <a:latin typeface="Verdana"/>
                <a:cs typeface="Verdana"/>
              </a:rPr>
              <a:t> </a:t>
            </a:r>
            <a:r>
              <a:rPr sz="2400" spc="95" dirty="0">
                <a:latin typeface="Verdana"/>
                <a:cs typeface="Verdana"/>
              </a:rPr>
              <a:t>be</a:t>
            </a:r>
            <a:r>
              <a:rPr sz="2400" spc="-145" dirty="0">
                <a:latin typeface="Verdana"/>
                <a:cs typeface="Verdana"/>
              </a:rPr>
              <a:t> </a:t>
            </a:r>
            <a:r>
              <a:rPr sz="2400" spc="-45" dirty="0">
                <a:latin typeface="Verdana"/>
                <a:cs typeface="Verdana"/>
              </a:rPr>
              <a:t>formal</a:t>
            </a:r>
            <a:r>
              <a:rPr sz="2400" spc="-135" dirty="0">
                <a:latin typeface="Verdana"/>
                <a:cs typeface="Verdana"/>
              </a:rPr>
              <a:t> </a:t>
            </a:r>
            <a:r>
              <a:rPr sz="2400" spc="-45" dirty="0">
                <a:latin typeface="Verdana"/>
                <a:cs typeface="Verdana"/>
              </a:rPr>
              <a:t>information</a:t>
            </a:r>
            <a:r>
              <a:rPr sz="2400" spc="-175" dirty="0">
                <a:latin typeface="Verdana"/>
                <a:cs typeface="Verdana"/>
              </a:rPr>
              <a:t> </a:t>
            </a:r>
            <a:r>
              <a:rPr sz="2400" spc="30" dirty="0">
                <a:latin typeface="Verdana"/>
                <a:cs typeface="Verdana"/>
              </a:rPr>
              <a:t>about</a:t>
            </a:r>
            <a:r>
              <a:rPr sz="2400" spc="-114" dirty="0">
                <a:latin typeface="Verdana"/>
                <a:cs typeface="Verdana"/>
              </a:rPr>
              <a:t> </a:t>
            </a:r>
            <a:r>
              <a:rPr sz="2400" spc="-90" dirty="0">
                <a:latin typeface="Verdana"/>
                <a:cs typeface="Verdana"/>
              </a:rPr>
              <a:t>yourself.</a:t>
            </a:r>
            <a:endParaRPr sz="2400" dirty="0">
              <a:latin typeface="Verdana"/>
              <a:cs typeface="Verdana"/>
            </a:endParaRPr>
          </a:p>
          <a:p>
            <a:pPr marL="195580" indent="-183515">
              <a:lnSpc>
                <a:spcPct val="150000"/>
              </a:lnSpc>
              <a:spcBef>
                <a:spcPts val="900"/>
              </a:spcBef>
              <a:buClr>
                <a:srgbClr val="252525"/>
              </a:buClr>
              <a:buFont typeface="Arial"/>
              <a:buChar char="◦"/>
              <a:tabLst>
                <a:tab pos="196215" algn="l"/>
              </a:tabLst>
            </a:pPr>
            <a:r>
              <a:rPr sz="2400" spc="60" dirty="0">
                <a:latin typeface="Verdana"/>
                <a:cs typeface="Verdana"/>
              </a:rPr>
              <a:t>May </a:t>
            </a:r>
            <a:r>
              <a:rPr sz="2400" spc="10" dirty="0">
                <a:latin typeface="Verdana"/>
                <a:cs typeface="Verdana"/>
              </a:rPr>
              <a:t>include</a:t>
            </a:r>
            <a:r>
              <a:rPr sz="2400" spc="-455" dirty="0">
                <a:latin typeface="Verdana"/>
                <a:cs typeface="Verdana"/>
              </a:rPr>
              <a:t> </a:t>
            </a:r>
            <a:r>
              <a:rPr sz="2400" spc="-35" dirty="0">
                <a:latin typeface="Verdana"/>
                <a:cs typeface="Verdana"/>
              </a:rPr>
              <a:t>personal </a:t>
            </a:r>
            <a:r>
              <a:rPr sz="2400" spc="-55" dirty="0">
                <a:latin typeface="Verdana"/>
                <a:cs typeface="Verdana"/>
              </a:rPr>
              <a:t>information.</a:t>
            </a:r>
            <a:endParaRPr sz="2400" dirty="0">
              <a:latin typeface="Verdana"/>
              <a:cs typeface="Verdana"/>
            </a:endParaRPr>
          </a:p>
          <a:p>
            <a:pPr marL="195580" marR="488950" indent="-183515">
              <a:lnSpc>
                <a:spcPct val="150000"/>
              </a:lnSpc>
              <a:spcBef>
                <a:spcPts val="900"/>
              </a:spcBef>
              <a:buClr>
                <a:srgbClr val="252525"/>
              </a:buClr>
              <a:buFont typeface="Arial"/>
              <a:buChar char="◦"/>
              <a:tabLst>
                <a:tab pos="196215" algn="l"/>
              </a:tabLst>
            </a:pPr>
            <a:r>
              <a:rPr sz="2400" spc="45" dirty="0">
                <a:latin typeface="Verdana"/>
                <a:cs typeface="Verdana"/>
              </a:rPr>
              <a:t>Company</a:t>
            </a:r>
            <a:r>
              <a:rPr sz="2400" spc="-145" dirty="0">
                <a:latin typeface="Verdana"/>
                <a:cs typeface="Verdana"/>
              </a:rPr>
              <a:t> </a:t>
            </a:r>
            <a:r>
              <a:rPr sz="2400" spc="35" dirty="0">
                <a:latin typeface="Verdana"/>
                <a:cs typeface="Verdana"/>
              </a:rPr>
              <a:t>phone</a:t>
            </a:r>
            <a:r>
              <a:rPr sz="2400" spc="-125" dirty="0">
                <a:latin typeface="Verdana"/>
                <a:cs typeface="Verdana"/>
              </a:rPr>
              <a:t> </a:t>
            </a:r>
            <a:r>
              <a:rPr sz="2400" spc="-50" dirty="0">
                <a:latin typeface="Verdana"/>
                <a:cs typeface="Verdana"/>
              </a:rPr>
              <a:t>number,</a:t>
            </a:r>
            <a:r>
              <a:rPr sz="2400" spc="-125" dirty="0">
                <a:latin typeface="Verdana"/>
                <a:cs typeface="Verdana"/>
              </a:rPr>
              <a:t> </a:t>
            </a:r>
            <a:r>
              <a:rPr sz="2400" spc="-20" dirty="0">
                <a:latin typeface="Verdana"/>
                <a:cs typeface="Verdana"/>
              </a:rPr>
              <a:t>email</a:t>
            </a:r>
            <a:r>
              <a:rPr sz="2400" spc="-150" dirty="0">
                <a:latin typeface="Verdana"/>
                <a:cs typeface="Verdana"/>
              </a:rPr>
              <a:t> </a:t>
            </a:r>
            <a:r>
              <a:rPr sz="2400" spc="-55" dirty="0">
                <a:latin typeface="Verdana"/>
                <a:cs typeface="Verdana"/>
              </a:rPr>
              <a:t>address,</a:t>
            </a:r>
            <a:r>
              <a:rPr sz="2400" spc="-130" dirty="0">
                <a:latin typeface="Verdana"/>
                <a:cs typeface="Verdana"/>
              </a:rPr>
              <a:t> </a:t>
            </a:r>
            <a:r>
              <a:rPr sz="2400" spc="-30" dirty="0">
                <a:latin typeface="Verdana"/>
                <a:cs typeface="Verdana"/>
              </a:rPr>
              <a:t>postal  </a:t>
            </a:r>
            <a:r>
              <a:rPr sz="2400" spc="-55" dirty="0">
                <a:latin typeface="Verdana"/>
                <a:cs typeface="Verdana"/>
              </a:rPr>
              <a:t>address.</a:t>
            </a:r>
            <a:endParaRPr sz="2400" dirty="0">
              <a:latin typeface="Verdana"/>
              <a:cs typeface="Verdana"/>
            </a:endParaRPr>
          </a:p>
          <a:p>
            <a:pPr marL="195580" indent="-183515">
              <a:lnSpc>
                <a:spcPct val="150000"/>
              </a:lnSpc>
              <a:spcBef>
                <a:spcPts val="900"/>
              </a:spcBef>
              <a:buClr>
                <a:srgbClr val="252525"/>
              </a:buClr>
              <a:buFont typeface="Arial"/>
              <a:buChar char="◦"/>
              <a:tabLst>
                <a:tab pos="196215" algn="l"/>
              </a:tabLst>
            </a:pPr>
            <a:r>
              <a:rPr sz="2400" spc="-50" dirty="0">
                <a:latin typeface="Verdana"/>
                <a:cs typeface="Verdana"/>
              </a:rPr>
              <a:t>Personal </a:t>
            </a:r>
            <a:r>
              <a:rPr sz="2400" spc="35" dirty="0">
                <a:latin typeface="Verdana"/>
                <a:cs typeface="Verdana"/>
              </a:rPr>
              <a:t>phone</a:t>
            </a:r>
            <a:r>
              <a:rPr sz="2400" spc="-455" dirty="0">
                <a:latin typeface="Verdana"/>
                <a:cs typeface="Verdana"/>
              </a:rPr>
              <a:t> </a:t>
            </a:r>
            <a:r>
              <a:rPr sz="2400" spc="-50" dirty="0">
                <a:latin typeface="Verdana"/>
                <a:cs typeface="Verdana"/>
              </a:rPr>
              <a:t>number, </a:t>
            </a:r>
            <a:r>
              <a:rPr sz="2400" spc="-20" dirty="0">
                <a:latin typeface="Verdana"/>
                <a:cs typeface="Verdana"/>
              </a:rPr>
              <a:t>email </a:t>
            </a:r>
            <a:r>
              <a:rPr sz="2400" spc="-55" dirty="0">
                <a:latin typeface="Verdana"/>
                <a:cs typeface="Verdana"/>
              </a:rPr>
              <a:t>address, </a:t>
            </a:r>
            <a:r>
              <a:rPr sz="2400" spc="-30" dirty="0">
                <a:latin typeface="Verdana"/>
                <a:cs typeface="Verdana"/>
              </a:rPr>
              <a:t>postal</a:t>
            </a:r>
            <a:endParaRPr sz="2400" dirty="0">
              <a:latin typeface="Verdana"/>
              <a:cs typeface="Verdana"/>
            </a:endParaRPr>
          </a:p>
          <a:p>
            <a:pPr marL="195580">
              <a:lnSpc>
                <a:spcPct val="150000"/>
              </a:lnSpc>
            </a:pPr>
            <a:r>
              <a:rPr sz="2400" spc="-55" dirty="0">
                <a:latin typeface="Verdana"/>
                <a:cs typeface="Verdana"/>
              </a:rPr>
              <a:t>address.</a:t>
            </a:r>
            <a:endParaRPr sz="2400" dirty="0">
              <a:latin typeface="Verdana"/>
              <a:cs typeface="Verdana"/>
            </a:endParaRPr>
          </a:p>
        </p:txBody>
      </p:sp>
      <p:sp>
        <p:nvSpPr>
          <p:cNvPr id="4" name="object 4"/>
          <p:cNvSpPr/>
          <p:nvPr/>
        </p:nvSpPr>
        <p:spPr>
          <a:xfrm>
            <a:off x="7869935" y="1258824"/>
            <a:ext cx="3697224" cy="439216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56852" y="1981200"/>
            <a:ext cx="6678295" cy="2137124"/>
          </a:xfrm>
          <a:prstGeom prst="rect">
            <a:avLst/>
          </a:prstGeom>
        </p:spPr>
        <p:txBody>
          <a:bodyPr vert="horz" wrap="square" lIns="0" tIns="13335" rIns="0" bIns="0" rtlCol="0">
            <a:spAutoFit/>
          </a:bodyPr>
          <a:lstStyle/>
          <a:p>
            <a:pPr marL="12700">
              <a:lnSpc>
                <a:spcPct val="100000"/>
              </a:lnSpc>
              <a:spcBef>
                <a:spcPts val="105"/>
              </a:spcBef>
            </a:pPr>
            <a:r>
              <a:rPr sz="13800" spc="-935" dirty="0">
                <a:solidFill>
                  <a:srgbClr val="000000"/>
                </a:solidFill>
              </a:rPr>
              <a:t>Th</a:t>
            </a:r>
            <a:r>
              <a:rPr lang="en-US" sz="13800" spc="-935" dirty="0">
                <a:solidFill>
                  <a:srgbClr val="000000"/>
                </a:solidFill>
              </a:rPr>
              <a:t>at’s it!</a:t>
            </a:r>
            <a:endParaRPr sz="13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TotalTime>
  <Words>1228</Words>
  <Application>Microsoft Office PowerPoint</Application>
  <PresentationFormat>Widescreen</PresentationFormat>
  <Paragraphs>103</Paragraphs>
  <Slides>27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arial</vt:lpstr>
      <vt:lpstr>Calibri</vt:lpstr>
      <vt:lpstr>Gothic Uralic</vt:lpstr>
      <vt:lpstr>roboto</vt:lpstr>
      <vt:lpstr>Verdana</vt:lpstr>
      <vt:lpstr>Wingdings</vt:lpstr>
      <vt:lpstr>Office Theme</vt:lpstr>
      <vt:lpstr>PowerPoint Presentation</vt:lpstr>
      <vt:lpstr>Professional Modes  of Communication</vt:lpstr>
      <vt:lpstr>Using Digital Communication Technologies</vt:lpstr>
      <vt:lpstr>Modes of Online Communication</vt:lpstr>
      <vt:lpstr>PowerPoint Presentation</vt:lpstr>
      <vt:lpstr>PowerPoint Presentation</vt:lpstr>
      <vt:lpstr>Email Etiquettes</vt:lpstr>
      <vt:lpstr>6 BASIC EMAIL  ETIQUETTE RULES</vt:lpstr>
      <vt:lpstr>Rule #1: Always include a subject  and use the recipient’s name in the  greeting</vt:lpstr>
      <vt:lpstr>Rule #2: Do not write in ALL CAPITALS</vt:lpstr>
      <vt:lpstr>Rule #3: Greetings!</vt:lpstr>
      <vt:lpstr>Rule #4: Do not use email to discuss  confidential information</vt:lpstr>
      <vt:lpstr>Rule #5: Take care with  abbreviations and emojis </vt:lpstr>
      <vt:lpstr>Rule #6: THINK before you send</vt:lpstr>
      <vt:lpstr>But if you answer NO to any of  these…</vt:lpstr>
      <vt:lpstr>Rule #7: Do not Forward  unnecessary/unrelated Emails</vt:lpstr>
      <vt:lpstr>Grammar, Spelling and Punctuation</vt:lpstr>
      <vt:lpstr>Forwarding</vt:lpstr>
      <vt:lpstr>Rules for Forwarding</vt:lpstr>
      <vt:lpstr>Example 1: Would this email be  relevant to someone?</vt:lpstr>
      <vt:lpstr>Example 2: Would this email be  relevant to someone?</vt:lpstr>
      <vt:lpstr>Example 3: Would this email be  relevant to someone?</vt:lpstr>
      <vt:lpstr>PowerPoint Presentation</vt:lpstr>
      <vt:lpstr>Be Mindful of your email address</vt:lpstr>
      <vt:lpstr>CC VS BCC</vt:lpstr>
      <vt:lpstr>Add Signatures</vt:lpstr>
      <vt:lpstr>That’s 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Modes of Communication</dc:title>
  <dc:creator>Lenovo</dc:creator>
  <cp:lastModifiedBy>sadia saad</cp:lastModifiedBy>
  <cp:revision>1</cp:revision>
  <dcterms:created xsi:type="dcterms:W3CDTF">2022-10-05T17:10:30Z</dcterms:created>
  <dcterms:modified xsi:type="dcterms:W3CDTF">2022-10-06T04:46:00Z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2022-10-02T00:00:00Z</vt:filetime>
  </property>
  <property fmtid="{D5CDD505-2E9C-101B-9397-08002B2CF9AE}" pid="3" name="Creator">
    <vt:lpwstr>Microsoft® PowerPoint® 2013</vt:lpwstr>
  </property>
  <property fmtid="{D5CDD505-2E9C-101B-9397-08002B2CF9AE}" pid="4" name="LastSaved">
    <vt:filetime>2022-10-05T00:00:00Z</vt:filetime>
  </property>
</Properties>
</file>