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942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10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053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74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5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6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57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03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50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65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00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8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C60ED7-11F7-478C-AC8E-0865FABDA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D472C551-D440-40DF-9260-BDB9AC409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45" name="Picture 3">
            <a:extLst>
              <a:ext uri="{FF2B5EF4-FFF2-40B4-BE49-F238E27FC236}">
                <a16:creationId xmlns:a16="http://schemas.microsoft.com/office/drawing/2014/main" id="{677023B3-53D5-8C22-42B6-CAF8B61F0B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25000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33C068-A1CD-5355-A8C1-1EDF18ECF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873" y="2271449"/>
            <a:ext cx="6347918" cy="3670098"/>
          </a:xfrm>
        </p:spPr>
        <p:txBody>
          <a:bodyPr anchor="b">
            <a:normAutofit fontScale="90000"/>
          </a:bodyPr>
          <a:lstStyle/>
          <a:p>
            <a:r>
              <a:rPr lang="en-US" sz="6600" dirty="0">
                <a:solidFill>
                  <a:srgbClr val="FFFFFF"/>
                </a:solidFill>
              </a:rPr>
              <a:t>The </a:t>
            </a:r>
            <a:r>
              <a:rPr lang="en-US" sz="6600" dirty="0" err="1">
                <a:solidFill>
                  <a:srgbClr val="FFFFFF"/>
                </a:solidFill>
              </a:rPr>
              <a:t>Imapct</a:t>
            </a:r>
            <a:r>
              <a:rPr lang="en-US" sz="6600" dirty="0">
                <a:solidFill>
                  <a:srgbClr val="FFFFFF"/>
                </a:solidFill>
              </a:rPr>
              <a:t> of Social Media on Society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D4A82-14D9-93D1-4495-F92003360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9798" y="3544059"/>
            <a:ext cx="3633923" cy="2397488"/>
          </a:xfrm>
        </p:spPr>
        <p:txBody>
          <a:bodyPr anchor="ctr">
            <a:normAutofit/>
          </a:bodyPr>
          <a:lstStyle/>
          <a:p>
            <a:endParaRPr lang="en-US" sz="20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340" y="122578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7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4855" y="168586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9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87962" y="2175690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2465547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Gill Sans Nova</vt:lpstr>
      <vt:lpstr>Univers</vt:lpstr>
      <vt:lpstr>GradientVTI</vt:lpstr>
      <vt:lpstr>The Imapct of Social Media on Society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Imapct of Social Media on Society</dc:title>
  <dc:creator>Muhammad Moiz Ansari</dc:creator>
  <cp:lastModifiedBy>Muhammad Moiz Ansari</cp:lastModifiedBy>
  <cp:revision>1</cp:revision>
  <dcterms:created xsi:type="dcterms:W3CDTF">2023-09-26T17:58:27Z</dcterms:created>
  <dcterms:modified xsi:type="dcterms:W3CDTF">2023-09-26T18:31:42Z</dcterms:modified>
</cp:coreProperties>
</file>